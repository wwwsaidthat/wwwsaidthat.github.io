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2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</p:sldIdLst>
  <p:sldSz cx="12192000" cy="6858000"/>
  <p:notesSz cx="6858000" cy="12192000"/>
  <p:custDataLst>
    <p:tags r:id="rId8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3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3.xml"/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svg"/><Relationship Id="rId7" Type="http://schemas.openxmlformats.org/officeDocument/2006/relationships/image" Target="../media/image7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0" Type="http://schemas.openxmlformats.org/officeDocument/2006/relationships/notesSlide" Target="../notesSlides/notesSlide1.xml"/><Relationship Id="rId2" Type="http://schemas.openxmlformats.org/officeDocument/2006/relationships/image" Target="../media/image2.svg"/><Relationship Id="rId19" Type="http://schemas.openxmlformats.org/officeDocument/2006/relationships/slideLayout" Target="../slideLayouts/slideLayout2.xml"/><Relationship Id="rId18" Type="http://schemas.openxmlformats.org/officeDocument/2006/relationships/image" Target="../media/image16.svg"/><Relationship Id="rId17" Type="http://schemas.openxmlformats.org/officeDocument/2006/relationships/image" Target="../media/image15.png"/><Relationship Id="rId16" Type="http://schemas.openxmlformats.org/officeDocument/2006/relationships/tags" Target="../tags/tag2.xml"/><Relationship Id="rId15" Type="http://schemas.openxmlformats.org/officeDocument/2006/relationships/image" Target="../media/image14.svg"/><Relationship Id="rId14" Type="http://schemas.openxmlformats.org/officeDocument/2006/relationships/image" Target="../media/image13.png"/><Relationship Id="rId13" Type="http://schemas.openxmlformats.org/officeDocument/2006/relationships/tags" Target="../tags/tag1.xml"/><Relationship Id="rId12" Type="http://schemas.openxmlformats.org/officeDocument/2006/relationships/image" Target="../media/image12.svg"/><Relationship Id="rId11" Type="http://schemas.openxmlformats.org/officeDocument/2006/relationships/image" Target="../media/image11.png"/><Relationship Id="rId10" Type="http://schemas.openxmlformats.org/officeDocument/2006/relationships/image" Target="../media/image10.sv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Shape 51"/>
          <p:cNvSpPr/>
          <p:nvPr/>
        </p:nvSpPr>
        <p:spPr>
          <a:xfrm rot="4440000">
            <a:off x="2630170" y="3269615"/>
            <a:ext cx="1041400" cy="475615"/>
          </a:xfrm>
          <a:prstGeom prst="line">
            <a:avLst/>
          </a:prstGeom>
          <a:noFill/>
          <a:ln w="13335">
            <a:solidFill>
              <a:srgbClr val="93A1B3">
                <a:alpha val="88000"/>
              </a:srgbClr>
            </a:solidFill>
            <a:prstDash val="solid"/>
          </a:ln>
        </p:spPr>
      </p:sp>
      <p:sp>
        <p:nvSpPr>
          <p:cNvPr id="351" name="Shape 17"/>
          <p:cNvSpPr/>
          <p:nvPr/>
        </p:nvSpPr>
        <p:spPr>
          <a:xfrm rot="2220000" flipH="1" flipV="1">
            <a:off x="3013710" y="2346325"/>
            <a:ext cx="454660" cy="542290"/>
          </a:xfrm>
          <a:prstGeom prst="line">
            <a:avLst/>
          </a:prstGeom>
          <a:noFill/>
          <a:ln w="13335">
            <a:solidFill>
              <a:srgbClr val="93A1B3">
                <a:alpha val="88000"/>
              </a:srgbClr>
            </a:solidFill>
            <a:prstDash val="solid"/>
          </a:ln>
        </p:spPr>
      </p:sp>
      <p:sp>
        <p:nvSpPr>
          <p:cNvPr id="350" name="Shape 28"/>
          <p:cNvSpPr/>
          <p:nvPr/>
        </p:nvSpPr>
        <p:spPr>
          <a:xfrm rot="19080000">
            <a:off x="2358390" y="1600200"/>
            <a:ext cx="409575" cy="394335"/>
          </a:xfrm>
          <a:prstGeom prst="line">
            <a:avLst/>
          </a:prstGeom>
          <a:noFill/>
          <a:ln w="13335">
            <a:solidFill>
              <a:srgbClr val="93A1B3">
                <a:alpha val="88000"/>
              </a:srgbClr>
            </a:solidFill>
            <a:prstDash val="solid"/>
          </a:ln>
        </p:spPr>
      </p:sp>
      <p:sp>
        <p:nvSpPr>
          <p:cNvPr id="349" name="Shape 17"/>
          <p:cNvSpPr/>
          <p:nvPr/>
        </p:nvSpPr>
        <p:spPr>
          <a:xfrm flipH="1" flipV="1">
            <a:off x="2289175" y="3084195"/>
            <a:ext cx="737870" cy="879475"/>
          </a:xfrm>
          <a:prstGeom prst="line">
            <a:avLst/>
          </a:prstGeom>
          <a:noFill/>
          <a:ln w="13335">
            <a:solidFill>
              <a:srgbClr val="93A1B3">
                <a:alpha val="88000"/>
              </a:srgbClr>
            </a:solidFill>
            <a:prstDash val="solid"/>
          </a:ln>
        </p:spPr>
      </p:sp>
      <p:sp>
        <p:nvSpPr>
          <p:cNvPr id="348" name="Shape 32"/>
          <p:cNvSpPr/>
          <p:nvPr/>
        </p:nvSpPr>
        <p:spPr>
          <a:xfrm rot="2940000" flipV="1">
            <a:off x="2743200" y="2002155"/>
            <a:ext cx="605155" cy="10160"/>
          </a:xfrm>
          <a:prstGeom prst="line">
            <a:avLst/>
          </a:prstGeom>
          <a:noFill/>
          <a:ln w="13335">
            <a:solidFill>
              <a:srgbClr val="93A1B3">
                <a:alpha val="88000"/>
              </a:srgbClr>
            </a:solidFill>
            <a:prstDash val="solid"/>
          </a:ln>
        </p:spPr>
      </p:sp>
      <p:sp>
        <p:nvSpPr>
          <p:cNvPr id="2" name="Text 0"/>
          <p:cNvSpPr/>
          <p:nvPr/>
        </p:nvSpPr>
        <p:spPr>
          <a:xfrm>
            <a:off x="29845" y="68580"/>
            <a:ext cx="3505200" cy="35687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3200" b="1" dirty="0">
                <a:solidFill>
                  <a:schemeClr val="tx1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Graph (Data)</a:t>
            </a:r>
            <a:endParaRPr lang="en-US" sz="3200" b="1" dirty="0">
              <a:solidFill>
                <a:schemeClr val="tx1"/>
              </a:solidFill>
              <a:latin typeface="Times New Roman" panose="02020503050405090304" pitchFamily="34" charset="0"/>
              <a:ea typeface="Times New Roman" panose="02020503050405090304" pitchFamily="34" charset="-122"/>
              <a:cs typeface="Times New Roman" panose="02020503050405090304" pitchFamily="34" charset="-120"/>
            </a:endParaRPr>
          </a:p>
        </p:txBody>
      </p:sp>
      <p:sp>
        <p:nvSpPr>
          <p:cNvPr id="3" name="Text 1"/>
          <p:cNvSpPr/>
          <p:nvPr/>
        </p:nvSpPr>
        <p:spPr>
          <a:xfrm>
            <a:off x="0" y="593725"/>
            <a:ext cx="3732530" cy="2921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111111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Complex Structural Relationships</a:t>
            </a:r>
            <a:endParaRPr lang="en-US" sz="2000" dirty="0">
              <a:solidFill>
                <a:srgbClr val="111111"/>
              </a:solidFill>
              <a:latin typeface="Times New Roman" panose="02020503050405090304" pitchFamily="34" charset="0"/>
              <a:ea typeface="Times New Roman" panose="02020503050405090304" pitchFamily="34" charset="-122"/>
              <a:cs typeface="Times New Roman" panose="02020503050405090304" pitchFamily="34" charset="-12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332480" y="92075"/>
            <a:ext cx="561594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3200" b="1" dirty="0">
                <a:solidFill>
                  <a:schemeClr val="tx1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Node Representations</a:t>
            </a:r>
            <a:endParaRPr lang="en-US" sz="3200" b="1" dirty="0">
              <a:solidFill>
                <a:schemeClr val="tx1"/>
              </a:solidFill>
              <a:latin typeface="Times New Roman" panose="02020503050405090304" pitchFamily="34" charset="0"/>
              <a:ea typeface="Times New Roman" panose="02020503050405090304" pitchFamily="34" charset="-122"/>
              <a:cs typeface="Times New Roman" panose="02020503050405090304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946015" y="567055"/>
            <a:ext cx="2559685" cy="27813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111111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Different Dimensions</a:t>
            </a:r>
            <a:endParaRPr lang="en-US" sz="2000" dirty="0">
              <a:solidFill>
                <a:srgbClr val="111111"/>
              </a:solidFill>
              <a:latin typeface="Times New Roman" panose="02020503050405090304" pitchFamily="34" charset="0"/>
              <a:ea typeface="Times New Roman" panose="02020503050405090304" pitchFamily="34" charset="-122"/>
              <a:cs typeface="Times New Roman" panose="02020503050405090304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620000" y="106680"/>
            <a:ext cx="521589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3200" b="1" dirty="0">
                <a:solidFill>
                  <a:schemeClr val="tx1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Devices / Scenarios</a:t>
            </a:r>
            <a:endParaRPr lang="en-US" sz="3200" b="1" dirty="0">
              <a:solidFill>
                <a:schemeClr val="tx1"/>
              </a:solidFill>
              <a:latin typeface="Times New Roman" panose="02020503050405090304" pitchFamily="34" charset="0"/>
              <a:ea typeface="Times New Roman" panose="02020503050405090304" pitchFamily="34" charset="-122"/>
              <a:cs typeface="Times New Roman" panose="02020503050405090304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8940800" y="556260"/>
            <a:ext cx="2770505" cy="34480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111111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Different Requirements</a:t>
            </a:r>
            <a:endParaRPr lang="en-US" sz="2000" dirty="0">
              <a:solidFill>
                <a:srgbClr val="111111"/>
              </a:solidFill>
              <a:latin typeface="Times New Roman" panose="02020503050405090304" pitchFamily="34" charset="0"/>
              <a:ea typeface="Times New Roman" panose="02020503050405090304" pitchFamily="34" charset="-122"/>
              <a:cs typeface="Times New Roman" panose="02020503050405090304" pitchFamily="34" charset="-120"/>
            </a:endParaRPr>
          </a:p>
        </p:txBody>
      </p:sp>
      <p:sp>
        <p:nvSpPr>
          <p:cNvPr id="8" name="Shape 6"/>
          <p:cNvSpPr/>
          <p:nvPr/>
        </p:nvSpPr>
        <p:spPr>
          <a:xfrm rot="19620000">
            <a:off x="309880" y="1910080"/>
            <a:ext cx="521208" cy="0"/>
          </a:xfrm>
          <a:prstGeom prst="line">
            <a:avLst/>
          </a:prstGeom>
          <a:noFill/>
          <a:ln w="13335">
            <a:solidFill>
              <a:srgbClr val="93A1B3">
                <a:alpha val="8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3055" y="2116455"/>
            <a:ext cx="521208" cy="118872"/>
          </a:xfrm>
          <a:prstGeom prst="line">
            <a:avLst/>
          </a:prstGeom>
          <a:noFill/>
          <a:ln w="13335">
            <a:solidFill>
              <a:srgbClr val="93A1B3">
                <a:alpha val="8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13055" y="2116455"/>
            <a:ext cx="0" cy="841248"/>
          </a:xfrm>
          <a:prstGeom prst="line">
            <a:avLst/>
          </a:prstGeom>
          <a:noFill/>
          <a:ln w="13335">
            <a:solidFill>
              <a:srgbClr val="93A1B3">
                <a:alpha val="8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34263" y="1704975"/>
            <a:ext cx="0" cy="530352"/>
          </a:xfrm>
          <a:prstGeom prst="line">
            <a:avLst/>
          </a:prstGeom>
          <a:noFill/>
          <a:ln w="13335">
            <a:solidFill>
              <a:srgbClr val="93A1B3">
                <a:alpha val="8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34263" y="1704975"/>
            <a:ext cx="512064" cy="228600"/>
          </a:xfrm>
          <a:prstGeom prst="line">
            <a:avLst/>
          </a:prstGeom>
          <a:noFill/>
          <a:ln w="13335">
            <a:solidFill>
              <a:srgbClr val="93A1B3">
                <a:alpha val="8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20400000" flipV="1">
            <a:off x="842645" y="1531620"/>
            <a:ext cx="770890" cy="14605"/>
          </a:xfrm>
          <a:prstGeom prst="line">
            <a:avLst/>
          </a:prstGeom>
          <a:noFill/>
          <a:ln w="13335">
            <a:solidFill>
              <a:srgbClr val="93A1B3">
                <a:alpha val="8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rot="1320000">
            <a:off x="753618" y="2242312"/>
            <a:ext cx="0" cy="448056"/>
          </a:xfrm>
          <a:prstGeom prst="line">
            <a:avLst/>
          </a:prstGeom>
          <a:noFill/>
          <a:ln w="13335">
            <a:solidFill>
              <a:srgbClr val="93A1B3">
                <a:alpha val="8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4263" y="2235327"/>
            <a:ext cx="420624" cy="365760"/>
          </a:xfrm>
          <a:prstGeom prst="line">
            <a:avLst/>
          </a:prstGeom>
          <a:noFill/>
          <a:ln w="13335">
            <a:solidFill>
              <a:srgbClr val="93A1B3">
                <a:alpha val="8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rot="19800000">
            <a:off x="834263" y="2110867"/>
            <a:ext cx="512064" cy="0"/>
          </a:xfrm>
          <a:prstGeom prst="line">
            <a:avLst/>
          </a:prstGeom>
          <a:noFill/>
          <a:ln w="13335">
            <a:solidFill>
              <a:srgbClr val="93A1B3">
                <a:alpha val="8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rot="2700000">
            <a:off x="501015" y="2657475"/>
            <a:ext cx="12700" cy="323215"/>
          </a:xfrm>
          <a:prstGeom prst="line">
            <a:avLst/>
          </a:prstGeom>
          <a:noFill/>
          <a:ln w="13335">
            <a:solidFill>
              <a:srgbClr val="93A1B3">
                <a:alpha val="8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1383" y="2683383"/>
            <a:ext cx="603504" cy="0"/>
          </a:xfrm>
          <a:prstGeom prst="line">
            <a:avLst/>
          </a:prstGeom>
          <a:noFill/>
          <a:ln w="13335">
            <a:solidFill>
              <a:srgbClr val="93A1B3">
                <a:alpha val="8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85623" y="2957703"/>
            <a:ext cx="484632" cy="603504"/>
          </a:xfrm>
          <a:prstGeom prst="line">
            <a:avLst/>
          </a:prstGeom>
          <a:noFill/>
          <a:ln w="13335">
            <a:solidFill>
              <a:srgbClr val="93A1B3">
                <a:alpha val="8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85623" y="2957703"/>
            <a:ext cx="1298448" cy="484632"/>
          </a:xfrm>
          <a:prstGeom prst="line">
            <a:avLst/>
          </a:prstGeom>
          <a:noFill/>
          <a:ln w="13335">
            <a:solidFill>
              <a:srgbClr val="93A1B3">
                <a:alpha val="8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70255" y="3561207"/>
            <a:ext cx="228600" cy="475488"/>
          </a:xfrm>
          <a:prstGeom prst="line">
            <a:avLst/>
          </a:prstGeom>
          <a:noFill/>
          <a:ln w="13335">
            <a:solidFill>
              <a:srgbClr val="93A1B3">
                <a:alpha val="8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70255" y="3561207"/>
            <a:ext cx="813816" cy="0"/>
          </a:xfrm>
          <a:prstGeom prst="line">
            <a:avLst/>
          </a:prstGeom>
          <a:noFill/>
          <a:ln w="13335">
            <a:solidFill>
              <a:srgbClr val="93A1B3">
                <a:alpha val="8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98855" y="4036695"/>
            <a:ext cx="594360" cy="338328"/>
          </a:xfrm>
          <a:prstGeom prst="line">
            <a:avLst/>
          </a:prstGeom>
          <a:noFill/>
          <a:ln w="13335">
            <a:solidFill>
              <a:srgbClr val="93A1B3">
                <a:alpha val="8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rot="8160000">
            <a:off x="945515" y="3792220"/>
            <a:ext cx="667385" cy="2540"/>
          </a:xfrm>
          <a:prstGeom prst="line">
            <a:avLst/>
          </a:prstGeom>
          <a:noFill/>
          <a:ln w="13335">
            <a:solidFill>
              <a:srgbClr val="93A1B3">
                <a:alpha val="8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593215" y="4375023"/>
            <a:ext cx="0" cy="0"/>
          </a:xfrm>
          <a:prstGeom prst="line">
            <a:avLst/>
          </a:prstGeom>
          <a:noFill/>
          <a:ln w="13335">
            <a:solidFill>
              <a:srgbClr val="93A1B3">
                <a:alpha val="8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rot="9720000">
            <a:off x="1608455" y="4242308"/>
            <a:ext cx="621792" cy="0"/>
          </a:xfrm>
          <a:prstGeom prst="line">
            <a:avLst/>
          </a:prstGeom>
          <a:noFill/>
          <a:ln w="13335">
            <a:solidFill>
              <a:srgbClr val="93A1B3">
                <a:alpha val="8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584071" y="3442335"/>
            <a:ext cx="0" cy="0"/>
          </a:xfrm>
          <a:prstGeom prst="line">
            <a:avLst/>
          </a:prstGeom>
          <a:noFill/>
          <a:ln w="13335">
            <a:solidFill>
              <a:srgbClr val="93A1B3">
                <a:alpha val="8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584071" y="3442335"/>
            <a:ext cx="91440" cy="0"/>
          </a:xfrm>
          <a:prstGeom prst="line">
            <a:avLst/>
          </a:prstGeom>
          <a:noFill/>
          <a:ln w="13335">
            <a:solidFill>
              <a:srgbClr val="93A1B3">
                <a:alpha val="88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584071" y="3442335"/>
            <a:ext cx="630936" cy="603504"/>
          </a:xfrm>
          <a:prstGeom prst="line">
            <a:avLst/>
          </a:prstGeom>
          <a:noFill/>
          <a:ln w="13335">
            <a:solidFill>
              <a:srgbClr val="93A1B3">
                <a:alpha val="88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254887" y="2601087"/>
            <a:ext cx="91440" cy="0"/>
          </a:xfrm>
          <a:prstGeom prst="line">
            <a:avLst/>
          </a:prstGeom>
          <a:noFill/>
          <a:ln w="13335">
            <a:solidFill>
              <a:srgbClr val="93A1B3">
                <a:alpha val="88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rot="20640000">
            <a:off x="1270762" y="2477897"/>
            <a:ext cx="813816" cy="0"/>
          </a:xfrm>
          <a:prstGeom prst="line">
            <a:avLst/>
          </a:prstGeom>
          <a:noFill/>
          <a:ln w="13335">
            <a:solidFill>
              <a:srgbClr val="93A1B3">
                <a:alpha val="88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254887" y="2601087"/>
            <a:ext cx="420624" cy="246888"/>
          </a:xfrm>
          <a:prstGeom prst="line">
            <a:avLst/>
          </a:prstGeom>
          <a:noFill/>
          <a:ln w="13335">
            <a:solidFill>
              <a:srgbClr val="93A1B3">
                <a:alpha val="88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346327" y="1933575"/>
            <a:ext cx="722376" cy="356616"/>
          </a:xfrm>
          <a:prstGeom prst="line">
            <a:avLst/>
          </a:prstGeom>
          <a:noFill/>
          <a:ln w="13335">
            <a:solidFill>
              <a:srgbClr val="93A1B3">
                <a:alpha val="88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flipV="1">
            <a:off x="1784350" y="1317625"/>
            <a:ext cx="640715" cy="85725"/>
          </a:xfrm>
          <a:prstGeom prst="line">
            <a:avLst/>
          </a:prstGeom>
          <a:noFill/>
          <a:ln w="13335">
            <a:solidFill>
              <a:srgbClr val="93A1B3">
                <a:alpha val="88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684655" y="1375791"/>
            <a:ext cx="594360" cy="384048"/>
          </a:xfrm>
          <a:prstGeom prst="line">
            <a:avLst/>
          </a:prstGeom>
          <a:noFill/>
          <a:ln w="13335">
            <a:solidFill>
              <a:srgbClr val="93A1B3">
                <a:alpha val="88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684655" y="1375791"/>
            <a:ext cx="384048" cy="914400"/>
          </a:xfrm>
          <a:prstGeom prst="line">
            <a:avLst/>
          </a:prstGeom>
          <a:noFill/>
          <a:ln w="13335">
            <a:solidFill>
              <a:srgbClr val="93A1B3">
                <a:alpha val="88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 rot="1080000">
            <a:off x="2358390" y="1329055"/>
            <a:ext cx="6350" cy="396240"/>
          </a:xfrm>
          <a:prstGeom prst="line">
            <a:avLst/>
          </a:prstGeom>
          <a:noFill/>
          <a:ln w="13335">
            <a:solidFill>
              <a:srgbClr val="93A1B3">
                <a:alpha val="88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425319" y="1302639"/>
            <a:ext cx="402336" cy="484632"/>
          </a:xfrm>
          <a:prstGeom prst="line">
            <a:avLst/>
          </a:prstGeom>
          <a:noFill/>
          <a:ln w="13335">
            <a:solidFill>
              <a:srgbClr val="93A1B3">
                <a:alpha val="88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flipH="1">
            <a:off x="2046605" y="1842135"/>
            <a:ext cx="223520" cy="523875"/>
          </a:xfrm>
          <a:prstGeom prst="line">
            <a:avLst/>
          </a:prstGeom>
          <a:noFill/>
          <a:ln w="13335">
            <a:solidFill>
              <a:srgbClr val="93A1B3">
                <a:alpha val="88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279015" y="1759839"/>
            <a:ext cx="457200" cy="950976"/>
          </a:xfrm>
          <a:prstGeom prst="line">
            <a:avLst/>
          </a:prstGeom>
          <a:noFill/>
          <a:ln w="13335">
            <a:solidFill>
              <a:srgbClr val="93A1B3">
                <a:alpha val="88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068703" y="2290191"/>
            <a:ext cx="201168" cy="795528"/>
          </a:xfrm>
          <a:prstGeom prst="line">
            <a:avLst/>
          </a:prstGeom>
          <a:noFill/>
          <a:ln w="13335">
            <a:solidFill>
              <a:srgbClr val="93A1B3">
                <a:alpha val="88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068703" y="2290191"/>
            <a:ext cx="667512" cy="420624"/>
          </a:xfrm>
          <a:prstGeom prst="line">
            <a:avLst/>
          </a:prstGeom>
          <a:noFill/>
          <a:ln w="13335">
            <a:solidFill>
              <a:srgbClr val="93A1B3">
                <a:alpha val="88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269871" y="3085719"/>
            <a:ext cx="0" cy="960120"/>
          </a:xfrm>
          <a:prstGeom prst="line">
            <a:avLst/>
          </a:prstGeom>
          <a:noFill/>
          <a:ln w="13335">
            <a:solidFill>
              <a:srgbClr val="93A1B3">
                <a:alpha val="88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269871" y="3085719"/>
            <a:ext cx="521208" cy="265176"/>
          </a:xfrm>
          <a:prstGeom prst="line">
            <a:avLst/>
          </a:prstGeom>
          <a:noFill/>
          <a:ln w="13335">
            <a:solidFill>
              <a:srgbClr val="93A1B3">
                <a:alpha val="88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 rot="19200000">
            <a:off x="2269871" y="2933954"/>
            <a:ext cx="466344" cy="0"/>
          </a:xfrm>
          <a:prstGeom prst="line">
            <a:avLst/>
          </a:prstGeom>
          <a:noFill/>
          <a:ln w="13335">
            <a:solidFill>
              <a:srgbClr val="93A1B3">
                <a:alpha val="88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 rot="21420000">
            <a:off x="2214880" y="4044950"/>
            <a:ext cx="813435" cy="1270"/>
          </a:xfrm>
          <a:prstGeom prst="line">
            <a:avLst/>
          </a:prstGeom>
          <a:noFill/>
          <a:ln w="13335">
            <a:solidFill>
              <a:srgbClr val="93A1B3">
                <a:alpha val="88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791079" y="3350895"/>
            <a:ext cx="0" cy="0"/>
          </a:xfrm>
          <a:prstGeom prst="line">
            <a:avLst/>
          </a:prstGeom>
          <a:noFill/>
          <a:ln w="13335">
            <a:solidFill>
              <a:srgbClr val="93A1B3">
                <a:alpha val="88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 rot="8520000" flipV="1">
            <a:off x="2741295" y="3126740"/>
            <a:ext cx="525780" cy="56515"/>
          </a:xfrm>
          <a:prstGeom prst="line">
            <a:avLst/>
          </a:prstGeom>
          <a:noFill/>
          <a:ln w="13335">
            <a:solidFill>
              <a:srgbClr val="93A1B3">
                <a:alpha val="88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 rot="21240000">
            <a:off x="2834005" y="3338830"/>
            <a:ext cx="182880" cy="659130"/>
          </a:xfrm>
          <a:prstGeom prst="line">
            <a:avLst/>
          </a:prstGeom>
          <a:noFill/>
          <a:ln w="13335">
            <a:solidFill>
              <a:srgbClr val="93A1B3">
                <a:alpha val="88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736215" y="2710815"/>
            <a:ext cx="493776" cy="256032"/>
          </a:xfrm>
          <a:prstGeom prst="line">
            <a:avLst/>
          </a:prstGeom>
          <a:noFill/>
          <a:ln w="13335">
            <a:solidFill>
              <a:srgbClr val="93A1B3">
                <a:alpha val="88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 rot="19140000">
            <a:off x="2769235" y="2429510"/>
            <a:ext cx="466344" cy="0"/>
          </a:xfrm>
          <a:prstGeom prst="line">
            <a:avLst/>
          </a:prstGeom>
          <a:noFill/>
          <a:ln w="13335">
            <a:solidFill>
              <a:srgbClr val="93A1B3">
                <a:alpha val="88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736215" y="2710815"/>
            <a:ext cx="91440" cy="0"/>
          </a:xfrm>
          <a:prstGeom prst="line">
            <a:avLst/>
          </a:prstGeom>
          <a:noFill/>
          <a:ln w="13335">
            <a:solidFill>
              <a:srgbClr val="93A1B3">
                <a:alpha val="88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229991" y="2966847"/>
            <a:ext cx="0" cy="0"/>
          </a:xfrm>
          <a:prstGeom prst="line">
            <a:avLst/>
          </a:prstGeom>
          <a:noFill/>
          <a:ln w="13335">
            <a:solidFill>
              <a:srgbClr val="93A1B3">
                <a:alpha val="88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202559" y="2217039"/>
            <a:ext cx="0" cy="0"/>
          </a:xfrm>
          <a:prstGeom prst="line">
            <a:avLst/>
          </a:prstGeom>
          <a:noFill/>
          <a:ln w="13335">
            <a:solidFill>
              <a:srgbClr val="93A1B3">
                <a:alpha val="88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675511" y="2847975"/>
            <a:ext cx="594360" cy="237744"/>
          </a:xfrm>
          <a:prstGeom prst="line">
            <a:avLst/>
          </a:prstGeom>
          <a:noFill/>
          <a:ln w="13335">
            <a:solidFill>
              <a:srgbClr val="93A1B3">
                <a:alpha val="88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675511" y="2847975"/>
            <a:ext cx="0" cy="594360"/>
          </a:xfrm>
          <a:prstGeom prst="line">
            <a:avLst/>
          </a:prstGeom>
          <a:noFill/>
          <a:ln w="13335">
            <a:solidFill>
              <a:srgbClr val="93A1B3">
                <a:alpha val="88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94183" y="1997583"/>
            <a:ext cx="237744" cy="237744"/>
          </a:xfrm>
          <a:prstGeom prst="ellipse">
            <a:avLst/>
          </a:prstGeom>
          <a:solidFill>
            <a:srgbClr val="B9CE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42823" y="1613535"/>
            <a:ext cx="182880" cy="182880"/>
          </a:xfrm>
          <a:prstGeom prst="ellipse">
            <a:avLst/>
          </a:prstGeom>
          <a:solidFill>
            <a:srgbClr val="266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51967" y="2153031"/>
            <a:ext cx="164592" cy="164592"/>
          </a:xfrm>
          <a:prstGeom prst="ellipse">
            <a:avLst/>
          </a:prstGeom>
          <a:solidFill>
            <a:srgbClr val="235DB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87375" y="2619375"/>
            <a:ext cx="128016" cy="128016"/>
          </a:xfrm>
          <a:prstGeom prst="ellipse">
            <a:avLst/>
          </a:prstGeom>
          <a:solidFill>
            <a:srgbClr val="BBD0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39319" y="2811399"/>
            <a:ext cx="292608" cy="292608"/>
          </a:xfrm>
          <a:prstGeom prst="ellipse">
            <a:avLst/>
          </a:prstGeom>
          <a:solidFill>
            <a:srgbClr val="7EA5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69671" y="3460623"/>
            <a:ext cx="201168" cy="201168"/>
          </a:xfrm>
          <a:prstGeom prst="ellipse">
            <a:avLst/>
          </a:prstGeom>
          <a:solidFill>
            <a:srgbClr val="103A8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25703" y="3963543"/>
            <a:ext cx="146304" cy="146304"/>
          </a:xfrm>
          <a:prstGeom prst="ellipse">
            <a:avLst/>
          </a:prstGeom>
          <a:solidFill>
            <a:srgbClr val="8DB3F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501775" y="4283583"/>
            <a:ext cx="182880" cy="182880"/>
          </a:xfrm>
          <a:prstGeom prst="ellipse">
            <a:avLst/>
          </a:prstGeom>
          <a:solidFill>
            <a:srgbClr val="2462C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428623" y="3286887"/>
            <a:ext cx="310896" cy="310896"/>
          </a:xfrm>
          <a:prstGeom prst="ellipse">
            <a:avLst/>
          </a:prstGeom>
          <a:solidFill>
            <a:srgbClr val="729C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117727" y="2463927"/>
            <a:ext cx="274320" cy="274320"/>
          </a:xfrm>
          <a:prstGeom prst="ellipse">
            <a:avLst/>
          </a:prstGeom>
          <a:solidFill>
            <a:srgbClr val="1558C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172591" y="1759839"/>
            <a:ext cx="347472" cy="347472"/>
          </a:xfrm>
          <a:prstGeom prst="ellipse">
            <a:avLst/>
          </a:prstGeom>
          <a:solidFill>
            <a:srgbClr val="A9C3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556639" y="1247775"/>
            <a:ext cx="256032" cy="256032"/>
          </a:xfrm>
          <a:prstGeom prst="ellipse">
            <a:avLst/>
          </a:prstGeom>
          <a:solidFill>
            <a:srgbClr val="133B9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343023" y="1220343"/>
            <a:ext cx="164592" cy="164592"/>
          </a:xfrm>
          <a:prstGeom prst="ellipse">
            <a:avLst/>
          </a:prstGeom>
          <a:solidFill>
            <a:srgbClr val="5F8D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2196719" y="1677543"/>
            <a:ext cx="164592" cy="164592"/>
          </a:xfrm>
          <a:prstGeom prst="ellipse">
            <a:avLst/>
          </a:prstGeom>
          <a:solidFill>
            <a:srgbClr val="1C58B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940687" y="2162175"/>
            <a:ext cx="256032" cy="256032"/>
          </a:xfrm>
          <a:prstGeom prst="ellipse">
            <a:avLst/>
          </a:prstGeom>
          <a:solidFill>
            <a:srgbClr val="205FC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141855" y="2957703"/>
            <a:ext cx="256032" cy="256032"/>
          </a:xfrm>
          <a:prstGeom prst="ellipse">
            <a:avLst/>
          </a:prstGeom>
          <a:solidFill>
            <a:srgbClr val="2667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114423" y="3945255"/>
            <a:ext cx="201168" cy="201168"/>
          </a:xfrm>
          <a:prstGeom prst="ellipse">
            <a:avLst/>
          </a:prstGeom>
          <a:solidFill>
            <a:srgbClr val="3D78D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2699639" y="3259455"/>
            <a:ext cx="182880" cy="182880"/>
          </a:xfrm>
          <a:prstGeom prst="ellipse">
            <a:avLst/>
          </a:prstGeom>
          <a:solidFill>
            <a:srgbClr val="2053A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2535047" y="2509647"/>
            <a:ext cx="402336" cy="402336"/>
          </a:xfrm>
          <a:prstGeom prst="ellipse">
            <a:avLst/>
          </a:prstGeom>
          <a:solidFill>
            <a:srgbClr val="C1D2F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3147695" y="2884551"/>
            <a:ext cx="164592" cy="164592"/>
          </a:xfrm>
          <a:prstGeom prst="ellipse">
            <a:avLst/>
          </a:prstGeom>
          <a:solidFill>
            <a:srgbClr val="356ED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3120263" y="2134743"/>
            <a:ext cx="164592" cy="164592"/>
          </a:xfrm>
          <a:prstGeom prst="ellipse">
            <a:avLst/>
          </a:prstGeom>
          <a:solidFill>
            <a:srgbClr val="5B8FE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2754503" y="1714119"/>
            <a:ext cx="146304" cy="146304"/>
          </a:xfrm>
          <a:prstGeom prst="ellipse">
            <a:avLst/>
          </a:prstGeom>
          <a:solidFill>
            <a:srgbClr val="BBD0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2946400" y="3908552"/>
            <a:ext cx="182880" cy="182880"/>
          </a:xfrm>
          <a:prstGeom prst="ellipse">
            <a:avLst/>
          </a:prstGeom>
          <a:solidFill>
            <a:srgbClr val="B6C9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611503" y="2783967"/>
            <a:ext cx="128016" cy="128016"/>
          </a:xfrm>
          <a:prstGeom prst="ellipse">
            <a:avLst/>
          </a:prstGeom>
          <a:solidFill>
            <a:srgbClr val="AEC6F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285750" y="4965065"/>
            <a:ext cx="3136900" cy="1295400"/>
          </a:xfrm>
          <a:prstGeom prst="roundRect">
            <a:avLst>
              <a:gd name="adj" fmla="val 10000"/>
            </a:avLst>
          </a:prstGeom>
          <a:solidFill>
            <a:srgbClr val="F6FBFF"/>
          </a:solidFill>
          <a:ln w="8255">
            <a:solidFill>
              <a:srgbClr val="DDEBFF"/>
            </a:solidFill>
            <a:prstDash val="solid"/>
          </a:ln>
        </p:spPr>
      </p:sp>
      <p:pic>
        <p:nvPicPr>
          <p:cNvPr id="85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21640" y="5215255"/>
            <a:ext cx="247650" cy="247650"/>
          </a:xfrm>
          <a:prstGeom prst="rect">
            <a:avLst/>
          </a:prstGeom>
        </p:spPr>
      </p:pic>
      <p:sp>
        <p:nvSpPr>
          <p:cNvPr id="86" name="Text 83"/>
          <p:cNvSpPr/>
          <p:nvPr/>
        </p:nvSpPr>
        <p:spPr>
          <a:xfrm>
            <a:off x="704850" y="5165090"/>
            <a:ext cx="2606040" cy="3016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111111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Rich topology</a:t>
            </a:r>
            <a:endParaRPr lang="en-US" dirty="0">
              <a:solidFill>
                <a:srgbClr val="111111"/>
              </a:solidFill>
              <a:latin typeface="Times New Roman" panose="02020503050405090304" pitchFamily="34" charset="0"/>
              <a:ea typeface="Times New Roman" panose="02020503050405090304" pitchFamily="34" charset="-122"/>
              <a:cs typeface="Times New Roman" panose="02020503050405090304" pitchFamily="34" charset="-120"/>
            </a:endParaRPr>
          </a:p>
        </p:txBody>
      </p:sp>
      <p:pic>
        <p:nvPicPr>
          <p:cNvPr id="87" name="Image 1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21640" y="5516880"/>
            <a:ext cx="247650" cy="247650"/>
          </a:xfrm>
          <a:prstGeom prst="rect">
            <a:avLst/>
          </a:prstGeom>
        </p:spPr>
      </p:pic>
      <p:sp>
        <p:nvSpPr>
          <p:cNvPr id="88" name="Text 84"/>
          <p:cNvSpPr/>
          <p:nvPr/>
        </p:nvSpPr>
        <p:spPr>
          <a:xfrm>
            <a:off x="705485" y="5466715"/>
            <a:ext cx="2606040" cy="3016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111111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High structural complexity</a:t>
            </a:r>
            <a:endParaRPr lang="en-US" dirty="0">
              <a:solidFill>
                <a:srgbClr val="111111"/>
              </a:solidFill>
              <a:latin typeface="Times New Roman" panose="02020503050405090304" pitchFamily="34" charset="0"/>
              <a:ea typeface="Times New Roman" panose="02020503050405090304" pitchFamily="34" charset="-122"/>
              <a:cs typeface="Times New Roman" panose="02020503050405090304" pitchFamily="34" charset="-120"/>
            </a:endParaRPr>
          </a:p>
        </p:txBody>
      </p:sp>
      <p:pic>
        <p:nvPicPr>
          <p:cNvPr id="89" name="Image 2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21640" y="5818505"/>
            <a:ext cx="247650" cy="247650"/>
          </a:xfrm>
          <a:prstGeom prst="rect">
            <a:avLst/>
          </a:prstGeom>
        </p:spPr>
      </p:pic>
      <p:sp>
        <p:nvSpPr>
          <p:cNvPr id="90" name="Text 85"/>
          <p:cNvSpPr/>
          <p:nvPr/>
        </p:nvSpPr>
        <p:spPr>
          <a:xfrm>
            <a:off x="706120" y="5768340"/>
            <a:ext cx="2606040" cy="3016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111111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Abundant information</a:t>
            </a:r>
            <a:endParaRPr lang="en-US" dirty="0">
              <a:solidFill>
                <a:srgbClr val="111111"/>
              </a:solidFill>
              <a:latin typeface="Times New Roman" panose="02020503050405090304" pitchFamily="34" charset="0"/>
              <a:ea typeface="Times New Roman" panose="02020503050405090304" pitchFamily="34" charset="-122"/>
              <a:cs typeface="Times New Roman" panose="02020503050405090304" pitchFamily="34" charset="-120"/>
            </a:endParaRPr>
          </a:p>
        </p:txBody>
      </p:sp>
      <p:sp>
        <p:nvSpPr>
          <p:cNvPr id="91" name="Shape 86"/>
          <p:cNvSpPr/>
          <p:nvPr/>
        </p:nvSpPr>
        <p:spPr>
          <a:xfrm>
            <a:off x="3959352" y="1371600"/>
            <a:ext cx="0" cy="3154680"/>
          </a:xfrm>
          <a:prstGeom prst="line">
            <a:avLst/>
          </a:prstGeom>
          <a:noFill/>
          <a:ln w="27940">
            <a:solidFill>
              <a:srgbClr val="1E5FC7"/>
            </a:solidFill>
            <a:prstDash val="solid"/>
          </a:ln>
        </p:spPr>
      </p:sp>
      <p:sp>
        <p:nvSpPr>
          <p:cNvPr id="92" name="Shape 87"/>
          <p:cNvSpPr/>
          <p:nvPr/>
        </p:nvSpPr>
        <p:spPr>
          <a:xfrm>
            <a:off x="3959352" y="1371473"/>
            <a:ext cx="365760" cy="0"/>
          </a:xfrm>
          <a:prstGeom prst="line">
            <a:avLst/>
          </a:prstGeom>
          <a:noFill/>
          <a:ln w="30480">
            <a:solidFill>
              <a:srgbClr val="1E5FC7"/>
            </a:solidFill>
            <a:prstDash val="solid"/>
            <a:tailEnd type="triangle"/>
          </a:ln>
        </p:spPr>
      </p:sp>
      <p:sp>
        <p:nvSpPr>
          <p:cNvPr id="93" name="Shape 88"/>
          <p:cNvSpPr/>
          <p:nvPr/>
        </p:nvSpPr>
        <p:spPr>
          <a:xfrm>
            <a:off x="3959352" y="2971800"/>
            <a:ext cx="365760" cy="0"/>
          </a:xfrm>
          <a:prstGeom prst="line">
            <a:avLst/>
          </a:prstGeom>
          <a:noFill/>
          <a:ln w="30480">
            <a:solidFill>
              <a:srgbClr val="2E8B23"/>
            </a:solidFill>
            <a:prstDash val="solid"/>
            <a:tailEnd type="triangle"/>
          </a:ln>
        </p:spPr>
      </p:sp>
      <p:sp>
        <p:nvSpPr>
          <p:cNvPr id="94" name="Shape 89"/>
          <p:cNvSpPr/>
          <p:nvPr/>
        </p:nvSpPr>
        <p:spPr>
          <a:xfrm>
            <a:off x="3959352" y="4526534"/>
            <a:ext cx="365760" cy="0"/>
          </a:xfrm>
          <a:prstGeom prst="line">
            <a:avLst/>
          </a:prstGeom>
          <a:noFill/>
          <a:ln w="30480">
            <a:solidFill>
              <a:srgbClr val="FF5B00"/>
            </a:solidFill>
            <a:prstDash val="solid"/>
            <a:tailEnd type="triangle"/>
          </a:ln>
        </p:spPr>
      </p:sp>
      <p:sp>
        <p:nvSpPr>
          <p:cNvPr id="95" name="Shape 90"/>
          <p:cNvSpPr/>
          <p:nvPr/>
        </p:nvSpPr>
        <p:spPr>
          <a:xfrm>
            <a:off x="7498080" y="804799"/>
            <a:ext cx="3520440" cy="1325880"/>
          </a:xfrm>
          <a:prstGeom prst="roundRect">
            <a:avLst>
              <a:gd name="adj" fmla="val 8276"/>
            </a:avLst>
          </a:prstGeom>
          <a:solidFill>
            <a:srgbClr val="FFFFFF">
              <a:alpha val="0"/>
            </a:srgbClr>
          </a:solidFill>
          <a:ln w="127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6" name="Shape 91"/>
          <p:cNvSpPr/>
          <p:nvPr/>
        </p:nvSpPr>
        <p:spPr>
          <a:xfrm>
            <a:off x="4535424" y="877824"/>
            <a:ext cx="91440" cy="0"/>
          </a:xfrm>
          <a:prstGeom prst="line">
            <a:avLst/>
          </a:prstGeom>
          <a:noFill/>
          <a:ln w="10795">
            <a:solidFill>
              <a:srgbClr val="1E5FC7"/>
            </a:solidFill>
            <a:prstDash val="solid"/>
          </a:ln>
        </p:spPr>
      </p:sp>
      <p:sp>
        <p:nvSpPr>
          <p:cNvPr id="97" name="Shape 92"/>
          <p:cNvSpPr/>
          <p:nvPr/>
        </p:nvSpPr>
        <p:spPr>
          <a:xfrm>
            <a:off x="4535424" y="2203704"/>
            <a:ext cx="91440" cy="0"/>
          </a:xfrm>
          <a:prstGeom prst="line">
            <a:avLst/>
          </a:prstGeom>
          <a:noFill/>
          <a:ln w="10795">
            <a:solidFill>
              <a:srgbClr val="1E5FC7"/>
            </a:solidFill>
            <a:prstDash val="solid"/>
          </a:ln>
        </p:spPr>
      </p:sp>
      <p:sp>
        <p:nvSpPr>
          <p:cNvPr id="98" name="Shape 93"/>
          <p:cNvSpPr/>
          <p:nvPr/>
        </p:nvSpPr>
        <p:spPr>
          <a:xfrm>
            <a:off x="4700016" y="877824"/>
            <a:ext cx="91440" cy="0"/>
          </a:xfrm>
          <a:prstGeom prst="line">
            <a:avLst/>
          </a:prstGeom>
          <a:noFill/>
          <a:ln w="10795">
            <a:solidFill>
              <a:srgbClr val="1E5FC7"/>
            </a:solidFill>
            <a:prstDash val="solid"/>
          </a:ln>
        </p:spPr>
      </p:sp>
      <p:sp>
        <p:nvSpPr>
          <p:cNvPr id="99" name="Shape 94"/>
          <p:cNvSpPr/>
          <p:nvPr/>
        </p:nvSpPr>
        <p:spPr>
          <a:xfrm>
            <a:off x="4700016" y="2203704"/>
            <a:ext cx="91440" cy="0"/>
          </a:xfrm>
          <a:prstGeom prst="line">
            <a:avLst/>
          </a:prstGeom>
          <a:noFill/>
          <a:ln w="10795">
            <a:solidFill>
              <a:srgbClr val="1E5FC7"/>
            </a:solidFill>
            <a:prstDash val="solid"/>
          </a:ln>
        </p:spPr>
      </p:sp>
      <p:sp>
        <p:nvSpPr>
          <p:cNvPr id="100" name="Shape 95"/>
          <p:cNvSpPr/>
          <p:nvPr/>
        </p:nvSpPr>
        <p:spPr>
          <a:xfrm>
            <a:off x="4864608" y="877824"/>
            <a:ext cx="91440" cy="0"/>
          </a:xfrm>
          <a:prstGeom prst="line">
            <a:avLst/>
          </a:prstGeom>
          <a:noFill/>
          <a:ln w="10795">
            <a:solidFill>
              <a:srgbClr val="1E5FC7"/>
            </a:solidFill>
            <a:prstDash val="solid"/>
          </a:ln>
        </p:spPr>
      </p:sp>
      <p:sp>
        <p:nvSpPr>
          <p:cNvPr id="101" name="Shape 96"/>
          <p:cNvSpPr/>
          <p:nvPr/>
        </p:nvSpPr>
        <p:spPr>
          <a:xfrm>
            <a:off x="4864608" y="2203704"/>
            <a:ext cx="91440" cy="0"/>
          </a:xfrm>
          <a:prstGeom prst="line">
            <a:avLst/>
          </a:prstGeom>
          <a:noFill/>
          <a:ln w="10795">
            <a:solidFill>
              <a:srgbClr val="1E5FC7"/>
            </a:solidFill>
            <a:prstDash val="solid"/>
          </a:ln>
        </p:spPr>
      </p:sp>
      <p:sp>
        <p:nvSpPr>
          <p:cNvPr id="102" name="Shape 97"/>
          <p:cNvSpPr/>
          <p:nvPr/>
        </p:nvSpPr>
        <p:spPr>
          <a:xfrm>
            <a:off x="5029200" y="877824"/>
            <a:ext cx="91440" cy="0"/>
          </a:xfrm>
          <a:prstGeom prst="line">
            <a:avLst/>
          </a:prstGeom>
          <a:noFill/>
          <a:ln w="10795">
            <a:solidFill>
              <a:srgbClr val="1E5FC7"/>
            </a:solidFill>
            <a:prstDash val="solid"/>
          </a:ln>
        </p:spPr>
      </p:sp>
      <p:sp>
        <p:nvSpPr>
          <p:cNvPr id="103" name="Shape 98"/>
          <p:cNvSpPr/>
          <p:nvPr/>
        </p:nvSpPr>
        <p:spPr>
          <a:xfrm>
            <a:off x="5029200" y="2203704"/>
            <a:ext cx="91440" cy="0"/>
          </a:xfrm>
          <a:prstGeom prst="line">
            <a:avLst/>
          </a:prstGeom>
          <a:noFill/>
          <a:ln w="10795">
            <a:solidFill>
              <a:srgbClr val="1E5FC7"/>
            </a:solidFill>
            <a:prstDash val="solid"/>
          </a:ln>
        </p:spPr>
      </p:sp>
      <p:sp>
        <p:nvSpPr>
          <p:cNvPr id="104" name="Shape 99"/>
          <p:cNvSpPr/>
          <p:nvPr/>
        </p:nvSpPr>
        <p:spPr>
          <a:xfrm>
            <a:off x="5193792" y="877824"/>
            <a:ext cx="91440" cy="0"/>
          </a:xfrm>
          <a:prstGeom prst="line">
            <a:avLst/>
          </a:prstGeom>
          <a:noFill/>
          <a:ln w="10795">
            <a:solidFill>
              <a:srgbClr val="1E5FC7"/>
            </a:solidFill>
            <a:prstDash val="solid"/>
          </a:ln>
        </p:spPr>
      </p:sp>
      <p:sp>
        <p:nvSpPr>
          <p:cNvPr id="105" name="Shape 100"/>
          <p:cNvSpPr/>
          <p:nvPr/>
        </p:nvSpPr>
        <p:spPr>
          <a:xfrm>
            <a:off x="5193792" y="2203704"/>
            <a:ext cx="91440" cy="0"/>
          </a:xfrm>
          <a:prstGeom prst="line">
            <a:avLst/>
          </a:prstGeom>
          <a:noFill/>
          <a:ln w="10795">
            <a:solidFill>
              <a:srgbClr val="1E5FC7"/>
            </a:solidFill>
            <a:prstDash val="solid"/>
          </a:ln>
        </p:spPr>
      </p:sp>
      <p:sp>
        <p:nvSpPr>
          <p:cNvPr id="106" name="Shape 101"/>
          <p:cNvSpPr/>
          <p:nvPr/>
        </p:nvSpPr>
        <p:spPr>
          <a:xfrm>
            <a:off x="5358384" y="877824"/>
            <a:ext cx="91440" cy="0"/>
          </a:xfrm>
          <a:prstGeom prst="line">
            <a:avLst/>
          </a:prstGeom>
          <a:noFill/>
          <a:ln w="10795">
            <a:solidFill>
              <a:srgbClr val="1E5FC7"/>
            </a:solidFill>
            <a:prstDash val="solid"/>
          </a:ln>
        </p:spPr>
      </p:sp>
      <p:sp>
        <p:nvSpPr>
          <p:cNvPr id="107" name="Shape 102"/>
          <p:cNvSpPr/>
          <p:nvPr/>
        </p:nvSpPr>
        <p:spPr>
          <a:xfrm>
            <a:off x="5358384" y="2203704"/>
            <a:ext cx="91440" cy="0"/>
          </a:xfrm>
          <a:prstGeom prst="line">
            <a:avLst/>
          </a:prstGeom>
          <a:noFill/>
          <a:ln w="10795">
            <a:solidFill>
              <a:srgbClr val="1E5FC7"/>
            </a:solidFill>
            <a:prstDash val="solid"/>
          </a:ln>
        </p:spPr>
      </p:sp>
      <p:sp>
        <p:nvSpPr>
          <p:cNvPr id="108" name="Shape 103"/>
          <p:cNvSpPr/>
          <p:nvPr/>
        </p:nvSpPr>
        <p:spPr>
          <a:xfrm>
            <a:off x="5522976" y="877824"/>
            <a:ext cx="91440" cy="0"/>
          </a:xfrm>
          <a:prstGeom prst="line">
            <a:avLst/>
          </a:prstGeom>
          <a:noFill/>
          <a:ln w="10795">
            <a:solidFill>
              <a:srgbClr val="1E5FC7"/>
            </a:solidFill>
            <a:prstDash val="solid"/>
          </a:ln>
        </p:spPr>
      </p:sp>
      <p:sp>
        <p:nvSpPr>
          <p:cNvPr id="109" name="Shape 104"/>
          <p:cNvSpPr/>
          <p:nvPr/>
        </p:nvSpPr>
        <p:spPr>
          <a:xfrm>
            <a:off x="5522976" y="2203704"/>
            <a:ext cx="91440" cy="0"/>
          </a:xfrm>
          <a:prstGeom prst="line">
            <a:avLst/>
          </a:prstGeom>
          <a:noFill/>
          <a:ln w="10795">
            <a:solidFill>
              <a:srgbClr val="1E5FC7"/>
            </a:solidFill>
            <a:prstDash val="solid"/>
          </a:ln>
        </p:spPr>
      </p:sp>
      <p:sp>
        <p:nvSpPr>
          <p:cNvPr id="110" name="Shape 105"/>
          <p:cNvSpPr/>
          <p:nvPr/>
        </p:nvSpPr>
        <p:spPr>
          <a:xfrm>
            <a:off x="5687568" y="877824"/>
            <a:ext cx="91440" cy="0"/>
          </a:xfrm>
          <a:prstGeom prst="line">
            <a:avLst/>
          </a:prstGeom>
          <a:noFill/>
          <a:ln w="10795">
            <a:solidFill>
              <a:srgbClr val="1E5FC7"/>
            </a:solidFill>
            <a:prstDash val="solid"/>
          </a:ln>
        </p:spPr>
      </p:sp>
      <p:sp>
        <p:nvSpPr>
          <p:cNvPr id="111" name="Shape 106"/>
          <p:cNvSpPr/>
          <p:nvPr/>
        </p:nvSpPr>
        <p:spPr>
          <a:xfrm>
            <a:off x="5687568" y="2203704"/>
            <a:ext cx="91440" cy="0"/>
          </a:xfrm>
          <a:prstGeom prst="line">
            <a:avLst/>
          </a:prstGeom>
          <a:noFill/>
          <a:ln w="10795">
            <a:solidFill>
              <a:srgbClr val="1E5FC7"/>
            </a:solidFill>
            <a:prstDash val="solid"/>
          </a:ln>
        </p:spPr>
      </p:sp>
      <p:sp>
        <p:nvSpPr>
          <p:cNvPr id="112" name="Shape 107"/>
          <p:cNvSpPr/>
          <p:nvPr/>
        </p:nvSpPr>
        <p:spPr>
          <a:xfrm>
            <a:off x="5852160" y="877824"/>
            <a:ext cx="91440" cy="0"/>
          </a:xfrm>
          <a:prstGeom prst="line">
            <a:avLst/>
          </a:prstGeom>
          <a:noFill/>
          <a:ln w="10795">
            <a:solidFill>
              <a:srgbClr val="1E5FC7"/>
            </a:solidFill>
            <a:prstDash val="solid"/>
          </a:ln>
        </p:spPr>
      </p:sp>
      <p:sp>
        <p:nvSpPr>
          <p:cNvPr id="113" name="Shape 108"/>
          <p:cNvSpPr/>
          <p:nvPr/>
        </p:nvSpPr>
        <p:spPr>
          <a:xfrm>
            <a:off x="5852160" y="2203704"/>
            <a:ext cx="91440" cy="0"/>
          </a:xfrm>
          <a:prstGeom prst="line">
            <a:avLst/>
          </a:prstGeom>
          <a:noFill/>
          <a:ln w="10795">
            <a:solidFill>
              <a:srgbClr val="1E5FC7"/>
            </a:solidFill>
            <a:prstDash val="solid"/>
          </a:ln>
        </p:spPr>
      </p:sp>
      <p:sp>
        <p:nvSpPr>
          <p:cNvPr id="114" name="Shape 109"/>
          <p:cNvSpPr/>
          <p:nvPr/>
        </p:nvSpPr>
        <p:spPr>
          <a:xfrm>
            <a:off x="6016752" y="877824"/>
            <a:ext cx="91440" cy="0"/>
          </a:xfrm>
          <a:prstGeom prst="line">
            <a:avLst/>
          </a:prstGeom>
          <a:noFill/>
          <a:ln w="10795">
            <a:solidFill>
              <a:srgbClr val="1E5FC7"/>
            </a:solidFill>
            <a:prstDash val="solid"/>
          </a:ln>
        </p:spPr>
      </p:sp>
      <p:sp>
        <p:nvSpPr>
          <p:cNvPr id="115" name="Shape 110"/>
          <p:cNvSpPr/>
          <p:nvPr/>
        </p:nvSpPr>
        <p:spPr>
          <a:xfrm>
            <a:off x="6016752" y="2203704"/>
            <a:ext cx="91440" cy="0"/>
          </a:xfrm>
          <a:prstGeom prst="line">
            <a:avLst/>
          </a:prstGeom>
          <a:noFill/>
          <a:ln w="10795">
            <a:solidFill>
              <a:srgbClr val="1E5FC7"/>
            </a:solidFill>
            <a:prstDash val="solid"/>
          </a:ln>
        </p:spPr>
      </p:sp>
      <p:sp>
        <p:nvSpPr>
          <p:cNvPr id="116" name="Shape 111"/>
          <p:cNvSpPr/>
          <p:nvPr/>
        </p:nvSpPr>
        <p:spPr>
          <a:xfrm>
            <a:off x="6181344" y="877824"/>
            <a:ext cx="91440" cy="0"/>
          </a:xfrm>
          <a:prstGeom prst="line">
            <a:avLst/>
          </a:prstGeom>
          <a:noFill/>
          <a:ln w="10795">
            <a:solidFill>
              <a:srgbClr val="1E5FC7"/>
            </a:solidFill>
            <a:prstDash val="solid"/>
          </a:ln>
        </p:spPr>
      </p:sp>
      <p:sp>
        <p:nvSpPr>
          <p:cNvPr id="117" name="Shape 112"/>
          <p:cNvSpPr/>
          <p:nvPr/>
        </p:nvSpPr>
        <p:spPr>
          <a:xfrm>
            <a:off x="6181344" y="2203704"/>
            <a:ext cx="91440" cy="0"/>
          </a:xfrm>
          <a:prstGeom prst="line">
            <a:avLst/>
          </a:prstGeom>
          <a:noFill/>
          <a:ln w="10795">
            <a:solidFill>
              <a:srgbClr val="1E5FC7"/>
            </a:solidFill>
            <a:prstDash val="solid"/>
          </a:ln>
        </p:spPr>
      </p:sp>
      <p:sp>
        <p:nvSpPr>
          <p:cNvPr id="118" name="Shape 113"/>
          <p:cNvSpPr/>
          <p:nvPr/>
        </p:nvSpPr>
        <p:spPr>
          <a:xfrm>
            <a:off x="6345936" y="877824"/>
            <a:ext cx="91440" cy="0"/>
          </a:xfrm>
          <a:prstGeom prst="line">
            <a:avLst/>
          </a:prstGeom>
          <a:noFill/>
          <a:ln w="10795">
            <a:solidFill>
              <a:srgbClr val="1E5FC7"/>
            </a:solidFill>
            <a:prstDash val="solid"/>
          </a:ln>
        </p:spPr>
      </p:sp>
      <p:sp>
        <p:nvSpPr>
          <p:cNvPr id="119" name="Shape 114"/>
          <p:cNvSpPr/>
          <p:nvPr/>
        </p:nvSpPr>
        <p:spPr>
          <a:xfrm>
            <a:off x="6345936" y="2203704"/>
            <a:ext cx="91440" cy="0"/>
          </a:xfrm>
          <a:prstGeom prst="line">
            <a:avLst/>
          </a:prstGeom>
          <a:noFill/>
          <a:ln w="10795">
            <a:solidFill>
              <a:srgbClr val="1E5FC7"/>
            </a:solidFill>
            <a:prstDash val="solid"/>
          </a:ln>
        </p:spPr>
      </p:sp>
      <p:sp>
        <p:nvSpPr>
          <p:cNvPr id="120" name="Shape 115"/>
          <p:cNvSpPr/>
          <p:nvPr/>
        </p:nvSpPr>
        <p:spPr>
          <a:xfrm>
            <a:off x="6510528" y="877824"/>
            <a:ext cx="91440" cy="0"/>
          </a:xfrm>
          <a:prstGeom prst="line">
            <a:avLst/>
          </a:prstGeom>
          <a:noFill/>
          <a:ln w="10795">
            <a:solidFill>
              <a:srgbClr val="1E5FC7"/>
            </a:solidFill>
            <a:prstDash val="solid"/>
          </a:ln>
        </p:spPr>
      </p:sp>
      <p:sp>
        <p:nvSpPr>
          <p:cNvPr id="121" name="Shape 116"/>
          <p:cNvSpPr/>
          <p:nvPr/>
        </p:nvSpPr>
        <p:spPr>
          <a:xfrm>
            <a:off x="6510528" y="2203704"/>
            <a:ext cx="91440" cy="0"/>
          </a:xfrm>
          <a:prstGeom prst="line">
            <a:avLst/>
          </a:prstGeom>
          <a:noFill/>
          <a:ln w="10795">
            <a:solidFill>
              <a:srgbClr val="1E5FC7"/>
            </a:solidFill>
            <a:prstDash val="solid"/>
          </a:ln>
        </p:spPr>
      </p:sp>
      <p:sp>
        <p:nvSpPr>
          <p:cNvPr id="122" name="Shape 117"/>
          <p:cNvSpPr/>
          <p:nvPr/>
        </p:nvSpPr>
        <p:spPr>
          <a:xfrm>
            <a:off x="6675120" y="877824"/>
            <a:ext cx="91440" cy="0"/>
          </a:xfrm>
          <a:prstGeom prst="line">
            <a:avLst/>
          </a:prstGeom>
          <a:noFill/>
          <a:ln w="10795">
            <a:solidFill>
              <a:srgbClr val="1E5FC7"/>
            </a:solidFill>
            <a:prstDash val="solid"/>
          </a:ln>
        </p:spPr>
      </p:sp>
      <p:sp>
        <p:nvSpPr>
          <p:cNvPr id="123" name="Shape 118"/>
          <p:cNvSpPr/>
          <p:nvPr/>
        </p:nvSpPr>
        <p:spPr>
          <a:xfrm>
            <a:off x="6675120" y="2203704"/>
            <a:ext cx="91440" cy="0"/>
          </a:xfrm>
          <a:prstGeom prst="line">
            <a:avLst/>
          </a:prstGeom>
          <a:noFill/>
          <a:ln w="10795">
            <a:solidFill>
              <a:srgbClr val="1E5FC7"/>
            </a:solidFill>
            <a:prstDash val="solid"/>
          </a:ln>
        </p:spPr>
      </p:sp>
      <p:sp>
        <p:nvSpPr>
          <p:cNvPr id="124" name="Shape 119"/>
          <p:cNvSpPr/>
          <p:nvPr/>
        </p:nvSpPr>
        <p:spPr>
          <a:xfrm>
            <a:off x="6839712" y="877824"/>
            <a:ext cx="91440" cy="0"/>
          </a:xfrm>
          <a:prstGeom prst="line">
            <a:avLst/>
          </a:prstGeom>
          <a:noFill/>
          <a:ln w="10795">
            <a:solidFill>
              <a:srgbClr val="1E5FC7"/>
            </a:solidFill>
            <a:prstDash val="solid"/>
          </a:ln>
        </p:spPr>
      </p:sp>
      <p:sp>
        <p:nvSpPr>
          <p:cNvPr id="125" name="Shape 120"/>
          <p:cNvSpPr/>
          <p:nvPr/>
        </p:nvSpPr>
        <p:spPr>
          <a:xfrm>
            <a:off x="6839712" y="2203704"/>
            <a:ext cx="91440" cy="0"/>
          </a:xfrm>
          <a:prstGeom prst="line">
            <a:avLst/>
          </a:prstGeom>
          <a:noFill/>
          <a:ln w="10795">
            <a:solidFill>
              <a:srgbClr val="1E5FC7"/>
            </a:solidFill>
            <a:prstDash val="solid"/>
          </a:ln>
        </p:spPr>
      </p:sp>
      <p:sp>
        <p:nvSpPr>
          <p:cNvPr id="126" name="Shape 121"/>
          <p:cNvSpPr/>
          <p:nvPr/>
        </p:nvSpPr>
        <p:spPr>
          <a:xfrm>
            <a:off x="7004304" y="877824"/>
            <a:ext cx="91440" cy="0"/>
          </a:xfrm>
          <a:prstGeom prst="line">
            <a:avLst/>
          </a:prstGeom>
          <a:noFill/>
          <a:ln w="10795">
            <a:solidFill>
              <a:srgbClr val="1E5FC7"/>
            </a:solidFill>
            <a:prstDash val="solid"/>
          </a:ln>
        </p:spPr>
      </p:sp>
      <p:sp>
        <p:nvSpPr>
          <p:cNvPr id="127" name="Shape 122"/>
          <p:cNvSpPr/>
          <p:nvPr/>
        </p:nvSpPr>
        <p:spPr>
          <a:xfrm>
            <a:off x="7004304" y="2203704"/>
            <a:ext cx="91440" cy="0"/>
          </a:xfrm>
          <a:prstGeom prst="line">
            <a:avLst/>
          </a:prstGeom>
          <a:noFill/>
          <a:ln w="10795">
            <a:solidFill>
              <a:srgbClr val="1E5FC7"/>
            </a:solidFill>
            <a:prstDash val="solid"/>
          </a:ln>
        </p:spPr>
      </p:sp>
      <p:sp>
        <p:nvSpPr>
          <p:cNvPr id="128" name="Shape 123"/>
          <p:cNvSpPr/>
          <p:nvPr/>
        </p:nvSpPr>
        <p:spPr>
          <a:xfrm>
            <a:off x="7168896" y="877824"/>
            <a:ext cx="91440" cy="0"/>
          </a:xfrm>
          <a:prstGeom prst="line">
            <a:avLst/>
          </a:prstGeom>
          <a:noFill/>
          <a:ln w="10795">
            <a:solidFill>
              <a:srgbClr val="1E5FC7"/>
            </a:solidFill>
            <a:prstDash val="solid"/>
          </a:ln>
        </p:spPr>
      </p:sp>
      <p:sp>
        <p:nvSpPr>
          <p:cNvPr id="129" name="Shape 124"/>
          <p:cNvSpPr/>
          <p:nvPr/>
        </p:nvSpPr>
        <p:spPr>
          <a:xfrm>
            <a:off x="7168896" y="2203704"/>
            <a:ext cx="91440" cy="0"/>
          </a:xfrm>
          <a:prstGeom prst="line">
            <a:avLst/>
          </a:prstGeom>
          <a:noFill/>
          <a:ln w="10795">
            <a:solidFill>
              <a:srgbClr val="1E5FC7"/>
            </a:solidFill>
            <a:prstDash val="solid"/>
          </a:ln>
        </p:spPr>
      </p:sp>
      <p:sp>
        <p:nvSpPr>
          <p:cNvPr id="130" name="Shape 125"/>
          <p:cNvSpPr/>
          <p:nvPr/>
        </p:nvSpPr>
        <p:spPr>
          <a:xfrm>
            <a:off x="7333488" y="877824"/>
            <a:ext cx="91440" cy="0"/>
          </a:xfrm>
          <a:prstGeom prst="line">
            <a:avLst/>
          </a:prstGeom>
          <a:noFill/>
          <a:ln w="10795">
            <a:solidFill>
              <a:srgbClr val="1E5FC7"/>
            </a:solidFill>
            <a:prstDash val="solid"/>
          </a:ln>
        </p:spPr>
      </p:sp>
      <p:sp>
        <p:nvSpPr>
          <p:cNvPr id="131" name="Shape 126"/>
          <p:cNvSpPr/>
          <p:nvPr/>
        </p:nvSpPr>
        <p:spPr>
          <a:xfrm>
            <a:off x="7333488" y="2203704"/>
            <a:ext cx="91440" cy="0"/>
          </a:xfrm>
          <a:prstGeom prst="line">
            <a:avLst/>
          </a:prstGeom>
          <a:noFill/>
          <a:ln w="10795">
            <a:solidFill>
              <a:srgbClr val="1E5FC7"/>
            </a:solidFill>
            <a:prstDash val="solid"/>
          </a:ln>
        </p:spPr>
      </p:sp>
      <p:sp>
        <p:nvSpPr>
          <p:cNvPr id="132" name="Shape 127"/>
          <p:cNvSpPr/>
          <p:nvPr/>
        </p:nvSpPr>
        <p:spPr>
          <a:xfrm>
            <a:off x="7498080" y="877824"/>
            <a:ext cx="91440" cy="0"/>
          </a:xfrm>
          <a:prstGeom prst="line">
            <a:avLst/>
          </a:prstGeom>
          <a:noFill/>
          <a:ln w="10795">
            <a:solidFill>
              <a:srgbClr val="1E5FC7"/>
            </a:solidFill>
            <a:prstDash val="solid"/>
          </a:ln>
        </p:spPr>
      </p:sp>
      <p:sp>
        <p:nvSpPr>
          <p:cNvPr id="133" name="Shape 128"/>
          <p:cNvSpPr/>
          <p:nvPr/>
        </p:nvSpPr>
        <p:spPr>
          <a:xfrm>
            <a:off x="7498080" y="2203704"/>
            <a:ext cx="91440" cy="0"/>
          </a:xfrm>
          <a:prstGeom prst="line">
            <a:avLst/>
          </a:prstGeom>
          <a:noFill/>
          <a:ln w="10795">
            <a:solidFill>
              <a:srgbClr val="1E5FC7"/>
            </a:solidFill>
            <a:prstDash val="solid"/>
          </a:ln>
        </p:spPr>
      </p:sp>
      <p:sp>
        <p:nvSpPr>
          <p:cNvPr id="134" name="Shape 129"/>
          <p:cNvSpPr/>
          <p:nvPr/>
        </p:nvSpPr>
        <p:spPr>
          <a:xfrm>
            <a:off x="7662672" y="877824"/>
            <a:ext cx="91440" cy="0"/>
          </a:xfrm>
          <a:prstGeom prst="line">
            <a:avLst/>
          </a:prstGeom>
          <a:noFill/>
          <a:ln w="10795">
            <a:solidFill>
              <a:srgbClr val="1E5FC7"/>
            </a:solidFill>
            <a:prstDash val="solid"/>
          </a:ln>
        </p:spPr>
      </p:sp>
      <p:sp>
        <p:nvSpPr>
          <p:cNvPr id="135" name="Shape 130"/>
          <p:cNvSpPr/>
          <p:nvPr/>
        </p:nvSpPr>
        <p:spPr>
          <a:xfrm>
            <a:off x="7662672" y="2203704"/>
            <a:ext cx="91440" cy="0"/>
          </a:xfrm>
          <a:prstGeom prst="line">
            <a:avLst/>
          </a:prstGeom>
          <a:noFill/>
          <a:ln w="10795">
            <a:solidFill>
              <a:srgbClr val="1E5FC7"/>
            </a:solidFill>
            <a:prstDash val="solid"/>
          </a:ln>
        </p:spPr>
      </p:sp>
      <p:sp>
        <p:nvSpPr>
          <p:cNvPr id="136" name="Shape 131"/>
          <p:cNvSpPr/>
          <p:nvPr/>
        </p:nvSpPr>
        <p:spPr>
          <a:xfrm>
            <a:off x="4389120" y="1024128"/>
            <a:ext cx="0" cy="91440"/>
          </a:xfrm>
          <a:prstGeom prst="line">
            <a:avLst/>
          </a:prstGeom>
          <a:noFill/>
          <a:ln w="10795">
            <a:solidFill>
              <a:srgbClr val="1E5FC7"/>
            </a:solidFill>
            <a:prstDash val="solid"/>
          </a:ln>
        </p:spPr>
      </p:sp>
      <p:sp>
        <p:nvSpPr>
          <p:cNvPr id="137" name="Shape 132"/>
          <p:cNvSpPr/>
          <p:nvPr/>
        </p:nvSpPr>
        <p:spPr>
          <a:xfrm>
            <a:off x="7909560" y="1024128"/>
            <a:ext cx="0" cy="91440"/>
          </a:xfrm>
          <a:prstGeom prst="line">
            <a:avLst/>
          </a:prstGeom>
          <a:noFill/>
          <a:ln w="10795">
            <a:solidFill>
              <a:srgbClr val="1E5FC7"/>
            </a:solidFill>
            <a:prstDash val="solid"/>
          </a:ln>
        </p:spPr>
      </p:sp>
      <p:sp>
        <p:nvSpPr>
          <p:cNvPr id="138" name="Shape 133"/>
          <p:cNvSpPr/>
          <p:nvPr/>
        </p:nvSpPr>
        <p:spPr>
          <a:xfrm>
            <a:off x="4389120" y="1188720"/>
            <a:ext cx="0" cy="91440"/>
          </a:xfrm>
          <a:prstGeom prst="line">
            <a:avLst/>
          </a:prstGeom>
          <a:noFill/>
          <a:ln w="10795">
            <a:solidFill>
              <a:srgbClr val="1E5FC7"/>
            </a:solidFill>
            <a:prstDash val="solid"/>
          </a:ln>
        </p:spPr>
      </p:sp>
      <p:sp>
        <p:nvSpPr>
          <p:cNvPr id="139" name="Shape 134"/>
          <p:cNvSpPr/>
          <p:nvPr/>
        </p:nvSpPr>
        <p:spPr>
          <a:xfrm>
            <a:off x="7909560" y="1188720"/>
            <a:ext cx="0" cy="91440"/>
          </a:xfrm>
          <a:prstGeom prst="line">
            <a:avLst/>
          </a:prstGeom>
          <a:noFill/>
          <a:ln w="10795">
            <a:solidFill>
              <a:srgbClr val="1E5FC7"/>
            </a:solidFill>
            <a:prstDash val="solid"/>
          </a:ln>
        </p:spPr>
      </p:sp>
      <p:sp>
        <p:nvSpPr>
          <p:cNvPr id="140" name="Shape 135"/>
          <p:cNvSpPr/>
          <p:nvPr/>
        </p:nvSpPr>
        <p:spPr>
          <a:xfrm>
            <a:off x="4389120" y="1353312"/>
            <a:ext cx="0" cy="91440"/>
          </a:xfrm>
          <a:prstGeom prst="line">
            <a:avLst/>
          </a:prstGeom>
          <a:noFill/>
          <a:ln w="10795">
            <a:solidFill>
              <a:srgbClr val="1E5FC7"/>
            </a:solidFill>
            <a:prstDash val="solid"/>
          </a:ln>
        </p:spPr>
      </p:sp>
      <p:sp>
        <p:nvSpPr>
          <p:cNvPr id="141" name="Shape 136"/>
          <p:cNvSpPr/>
          <p:nvPr/>
        </p:nvSpPr>
        <p:spPr>
          <a:xfrm>
            <a:off x="7909560" y="1353312"/>
            <a:ext cx="0" cy="91440"/>
          </a:xfrm>
          <a:prstGeom prst="line">
            <a:avLst/>
          </a:prstGeom>
          <a:noFill/>
          <a:ln w="10795">
            <a:solidFill>
              <a:srgbClr val="1E5FC7"/>
            </a:solidFill>
            <a:prstDash val="solid"/>
          </a:ln>
        </p:spPr>
      </p:sp>
      <p:sp>
        <p:nvSpPr>
          <p:cNvPr id="142" name="Shape 137"/>
          <p:cNvSpPr/>
          <p:nvPr/>
        </p:nvSpPr>
        <p:spPr>
          <a:xfrm>
            <a:off x="4389120" y="1517904"/>
            <a:ext cx="0" cy="91440"/>
          </a:xfrm>
          <a:prstGeom prst="line">
            <a:avLst/>
          </a:prstGeom>
          <a:noFill/>
          <a:ln w="10795">
            <a:solidFill>
              <a:srgbClr val="1E5FC7"/>
            </a:solidFill>
            <a:prstDash val="solid"/>
          </a:ln>
        </p:spPr>
      </p:sp>
      <p:sp>
        <p:nvSpPr>
          <p:cNvPr id="143" name="Shape 138"/>
          <p:cNvSpPr/>
          <p:nvPr/>
        </p:nvSpPr>
        <p:spPr>
          <a:xfrm>
            <a:off x="7909560" y="1517904"/>
            <a:ext cx="0" cy="91440"/>
          </a:xfrm>
          <a:prstGeom prst="line">
            <a:avLst/>
          </a:prstGeom>
          <a:noFill/>
          <a:ln w="10795">
            <a:solidFill>
              <a:srgbClr val="1E5FC7"/>
            </a:solidFill>
            <a:prstDash val="solid"/>
          </a:ln>
        </p:spPr>
      </p:sp>
      <p:sp>
        <p:nvSpPr>
          <p:cNvPr id="144" name="Shape 139"/>
          <p:cNvSpPr/>
          <p:nvPr/>
        </p:nvSpPr>
        <p:spPr>
          <a:xfrm>
            <a:off x="4389120" y="1682496"/>
            <a:ext cx="0" cy="91440"/>
          </a:xfrm>
          <a:prstGeom prst="line">
            <a:avLst/>
          </a:prstGeom>
          <a:noFill/>
          <a:ln w="10795">
            <a:solidFill>
              <a:srgbClr val="1E5FC7"/>
            </a:solidFill>
            <a:prstDash val="solid"/>
          </a:ln>
        </p:spPr>
      </p:sp>
      <p:sp>
        <p:nvSpPr>
          <p:cNvPr id="145" name="Shape 140"/>
          <p:cNvSpPr/>
          <p:nvPr/>
        </p:nvSpPr>
        <p:spPr>
          <a:xfrm>
            <a:off x="7909560" y="1682496"/>
            <a:ext cx="0" cy="91440"/>
          </a:xfrm>
          <a:prstGeom prst="line">
            <a:avLst/>
          </a:prstGeom>
          <a:noFill/>
          <a:ln w="10795">
            <a:solidFill>
              <a:srgbClr val="1E5FC7"/>
            </a:solidFill>
            <a:prstDash val="solid"/>
          </a:ln>
        </p:spPr>
      </p:sp>
      <p:sp>
        <p:nvSpPr>
          <p:cNvPr id="146" name="Shape 141"/>
          <p:cNvSpPr/>
          <p:nvPr/>
        </p:nvSpPr>
        <p:spPr>
          <a:xfrm>
            <a:off x="4389120" y="1847088"/>
            <a:ext cx="0" cy="91440"/>
          </a:xfrm>
          <a:prstGeom prst="line">
            <a:avLst/>
          </a:prstGeom>
          <a:noFill/>
          <a:ln w="10795">
            <a:solidFill>
              <a:srgbClr val="1E5FC7"/>
            </a:solidFill>
            <a:prstDash val="solid"/>
          </a:ln>
        </p:spPr>
      </p:sp>
      <p:sp>
        <p:nvSpPr>
          <p:cNvPr id="147" name="Shape 142"/>
          <p:cNvSpPr/>
          <p:nvPr/>
        </p:nvSpPr>
        <p:spPr>
          <a:xfrm>
            <a:off x="7909560" y="1847088"/>
            <a:ext cx="0" cy="91440"/>
          </a:xfrm>
          <a:prstGeom prst="line">
            <a:avLst/>
          </a:prstGeom>
          <a:noFill/>
          <a:ln w="10795">
            <a:solidFill>
              <a:srgbClr val="1E5FC7"/>
            </a:solidFill>
            <a:prstDash val="solid"/>
          </a:ln>
        </p:spPr>
      </p:sp>
      <p:sp>
        <p:nvSpPr>
          <p:cNvPr id="148" name="Shape 143"/>
          <p:cNvSpPr/>
          <p:nvPr/>
        </p:nvSpPr>
        <p:spPr>
          <a:xfrm>
            <a:off x="4389755" y="1974850"/>
            <a:ext cx="635" cy="100965"/>
          </a:xfrm>
          <a:prstGeom prst="line">
            <a:avLst/>
          </a:prstGeom>
          <a:noFill/>
          <a:ln w="10795">
            <a:solidFill>
              <a:srgbClr val="1E5FC7"/>
            </a:solidFill>
            <a:prstDash val="solid"/>
          </a:ln>
        </p:spPr>
      </p:sp>
      <p:sp>
        <p:nvSpPr>
          <p:cNvPr id="149" name="Shape 144"/>
          <p:cNvSpPr/>
          <p:nvPr/>
        </p:nvSpPr>
        <p:spPr>
          <a:xfrm>
            <a:off x="7909560" y="2011680"/>
            <a:ext cx="0" cy="64008"/>
          </a:xfrm>
          <a:prstGeom prst="line">
            <a:avLst/>
          </a:prstGeom>
          <a:noFill/>
          <a:ln w="10795">
            <a:solidFill>
              <a:srgbClr val="1E5FC7"/>
            </a:solidFill>
            <a:prstDash val="solid"/>
          </a:ln>
        </p:spPr>
      </p:sp>
      <p:sp>
        <p:nvSpPr>
          <p:cNvPr id="150" name="Text 145"/>
          <p:cNvSpPr/>
          <p:nvPr/>
        </p:nvSpPr>
        <p:spPr>
          <a:xfrm>
            <a:off x="5669280" y="1005840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20" b="1" dirty="0">
                <a:solidFill>
                  <a:schemeClr val="tx1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dim = 1024</a:t>
            </a:r>
            <a:endParaRPr lang="en-US" sz="1520" b="1" dirty="0">
              <a:solidFill>
                <a:schemeClr val="tx1"/>
              </a:solidFill>
              <a:latin typeface="Times New Roman" panose="02020503050405090304" pitchFamily="34" charset="0"/>
              <a:ea typeface="Times New Roman" panose="02020503050405090304" pitchFamily="34" charset="-122"/>
              <a:cs typeface="Times New Roman" panose="02020503050405090304" pitchFamily="34" charset="-120"/>
            </a:endParaRPr>
          </a:p>
        </p:txBody>
      </p:sp>
      <p:sp>
        <p:nvSpPr>
          <p:cNvPr id="151" name="Shape 146"/>
          <p:cNvSpPr/>
          <p:nvPr/>
        </p:nvSpPr>
        <p:spPr>
          <a:xfrm>
            <a:off x="4590288" y="1344168"/>
            <a:ext cx="228600" cy="155448"/>
          </a:xfrm>
          <a:prstGeom prst="roundRect">
            <a:avLst>
              <a:gd name="adj" fmla="val 14706"/>
            </a:avLst>
          </a:prstGeom>
          <a:solidFill>
            <a:srgbClr val="1E5FC7"/>
          </a:solidFill>
          <a:ln w="2540">
            <a:solidFill>
              <a:srgbClr val="1E5FC7"/>
            </a:solidFill>
            <a:prstDash val="solid"/>
          </a:ln>
        </p:spPr>
      </p:sp>
      <p:sp>
        <p:nvSpPr>
          <p:cNvPr id="152" name="Shape 147"/>
          <p:cNvSpPr/>
          <p:nvPr/>
        </p:nvSpPr>
        <p:spPr>
          <a:xfrm>
            <a:off x="4882896" y="1344168"/>
            <a:ext cx="228600" cy="155448"/>
          </a:xfrm>
          <a:prstGeom prst="roundRect">
            <a:avLst>
              <a:gd name="adj" fmla="val 14706"/>
            </a:avLst>
          </a:prstGeom>
          <a:solidFill>
            <a:srgbClr val="1E5FC7"/>
          </a:solidFill>
          <a:ln w="2540">
            <a:solidFill>
              <a:srgbClr val="1E5FC7"/>
            </a:solidFill>
            <a:prstDash val="solid"/>
          </a:ln>
        </p:spPr>
      </p:sp>
      <p:sp>
        <p:nvSpPr>
          <p:cNvPr id="153" name="Shape 148"/>
          <p:cNvSpPr/>
          <p:nvPr/>
        </p:nvSpPr>
        <p:spPr>
          <a:xfrm>
            <a:off x="5175504" y="1344168"/>
            <a:ext cx="228600" cy="155448"/>
          </a:xfrm>
          <a:prstGeom prst="roundRect">
            <a:avLst>
              <a:gd name="adj" fmla="val 14706"/>
            </a:avLst>
          </a:prstGeom>
          <a:solidFill>
            <a:srgbClr val="1E5FC7"/>
          </a:solidFill>
          <a:ln w="2540">
            <a:solidFill>
              <a:srgbClr val="1E5FC7"/>
            </a:solidFill>
            <a:prstDash val="solid"/>
          </a:ln>
        </p:spPr>
      </p:sp>
      <p:sp>
        <p:nvSpPr>
          <p:cNvPr id="154" name="Shape 149"/>
          <p:cNvSpPr/>
          <p:nvPr/>
        </p:nvSpPr>
        <p:spPr>
          <a:xfrm>
            <a:off x="5468112" y="1344168"/>
            <a:ext cx="228600" cy="155448"/>
          </a:xfrm>
          <a:prstGeom prst="roundRect">
            <a:avLst>
              <a:gd name="adj" fmla="val 14706"/>
            </a:avLst>
          </a:prstGeom>
          <a:solidFill>
            <a:srgbClr val="1E5FC7"/>
          </a:solidFill>
          <a:ln w="2540">
            <a:solidFill>
              <a:srgbClr val="1E5FC7"/>
            </a:solidFill>
            <a:prstDash val="solid"/>
          </a:ln>
        </p:spPr>
      </p:sp>
      <p:sp>
        <p:nvSpPr>
          <p:cNvPr id="155" name="Shape 150"/>
          <p:cNvSpPr/>
          <p:nvPr/>
        </p:nvSpPr>
        <p:spPr>
          <a:xfrm>
            <a:off x="5760720" y="1344168"/>
            <a:ext cx="228600" cy="155448"/>
          </a:xfrm>
          <a:prstGeom prst="roundRect">
            <a:avLst>
              <a:gd name="adj" fmla="val 14706"/>
            </a:avLst>
          </a:prstGeom>
          <a:solidFill>
            <a:srgbClr val="1E5FC7"/>
          </a:solidFill>
          <a:ln w="2540">
            <a:solidFill>
              <a:srgbClr val="1E5FC7"/>
            </a:solidFill>
            <a:prstDash val="solid"/>
          </a:ln>
        </p:spPr>
      </p:sp>
      <p:sp>
        <p:nvSpPr>
          <p:cNvPr id="156" name="Shape 151"/>
          <p:cNvSpPr/>
          <p:nvPr/>
        </p:nvSpPr>
        <p:spPr>
          <a:xfrm>
            <a:off x="6583680" y="1344168"/>
            <a:ext cx="228600" cy="155448"/>
          </a:xfrm>
          <a:prstGeom prst="roundRect">
            <a:avLst>
              <a:gd name="adj" fmla="val 14706"/>
            </a:avLst>
          </a:prstGeom>
          <a:solidFill>
            <a:srgbClr val="1E5FC7">
              <a:alpha val="55000"/>
            </a:srgbClr>
          </a:solidFill>
          <a:ln w="2540">
            <a:solidFill>
              <a:srgbClr val="1E5FC7"/>
            </a:solidFill>
            <a:prstDash val="solid"/>
          </a:ln>
        </p:spPr>
      </p:sp>
      <p:sp>
        <p:nvSpPr>
          <p:cNvPr id="157" name="Shape 152"/>
          <p:cNvSpPr/>
          <p:nvPr/>
        </p:nvSpPr>
        <p:spPr>
          <a:xfrm>
            <a:off x="6876288" y="1344168"/>
            <a:ext cx="228600" cy="155448"/>
          </a:xfrm>
          <a:prstGeom prst="roundRect">
            <a:avLst>
              <a:gd name="adj" fmla="val 14706"/>
            </a:avLst>
          </a:prstGeom>
          <a:solidFill>
            <a:srgbClr val="1E5FC7">
              <a:alpha val="55000"/>
            </a:srgbClr>
          </a:solidFill>
          <a:ln w="2540">
            <a:solidFill>
              <a:srgbClr val="1E5FC7"/>
            </a:solidFill>
            <a:prstDash val="solid"/>
          </a:ln>
        </p:spPr>
      </p:sp>
      <p:sp>
        <p:nvSpPr>
          <p:cNvPr id="158" name="Shape 153"/>
          <p:cNvSpPr/>
          <p:nvPr/>
        </p:nvSpPr>
        <p:spPr>
          <a:xfrm>
            <a:off x="7168896" y="1344168"/>
            <a:ext cx="228600" cy="155448"/>
          </a:xfrm>
          <a:prstGeom prst="roundRect">
            <a:avLst>
              <a:gd name="adj" fmla="val 14706"/>
            </a:avLst>
          </a:prstGeom>
          <a:solidFill>
            <a:srgbClr val="1E5FC7">
              <a:alpha val="55000"/>
            </a:srgbClr>
          </a:solidFill>
          <a:ln w="2540">
            <a:solidFill>
              <a:srgbClr val="1E5FC7"/>
            </a:solidFill>
            <a:prstDash val="solid"/>
          </a:ln>
        </p:spPr>
      </p:sp>
      <p:sp>
        <p:nvSpPr>
          <p:cNvPr id="159" name="Shape 154"/>
          <p:cNvSpPr/>
          <p:nvPr/>
        </p:nvSpPr>
        <p:spPr>
          <a:xfrm>
            <a:off x="7461504" y="1344168"/>
            <a:ext cx="228600" cy="155448"/>
          </a:xfrm>
          <a:prstGeom prst="roundRect">
            <a:avLst>
              <a:gd name="adj" fmla="val 14706"/>
            </a:avLst>
          </a:prstGeom>
          <a:solidFill>
            <a:srgbClr val="1E5FC7">
              <a:alpha val="55000"/>
            </a:srgbClr>
          </a:solidFill>
          <a:ln w="2540">
            <a:solidFill>
              <a:srgbClr val="1E5FC7"/>
            </a:solidFill>
            <a:prstDash val="solid"/>
          </a:ln>
        </p:spPr>
      </p:sp>
      <p:sp>
        <p:nvSpPr>
          <p:cNvPr id="160" name="Text 155"/>
          <p:cNvSpPr/>
          <p:nvPr/>
        </p:nvSpPr>
        <p:spPr>
          <a:xfrm>
            <a:off x="6053328" y="1316736"/>
            <a:ext cx="41148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600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5FC7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....</a:t>
            </a:r>
            <a:endParaRPr lang="en-US" sz="1600" dirty="0"/>
          </a:p>
        </p:txBody>
      </p:sp>
      <p:sp>
        <p:nvSpPr>
          <p:cNvPr id="161" name="Text 156"/>
          <p:cNvSpPr/>
          <p:nvPr/>
        </p:nvSpPr>
        <p:spPr>
          <a:xfrm>
            <a:off x="4554855" y="1841881"/>
            <a:ext cx="333756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11111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High-dimensional</a:t>
            </a:r>
            <a:r>
              <a:rPr lang="en-US" dirty="0">
                <a:solidFill>
                  <a:srgbClr val="111111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  <a:sym typeface="+mn-ea"/>
              </a:rPr>
              <a:t>(Expressive)</a:t>
            </a:r>
            <a:endParaRPr lang="en-US" dirty="0">
              <a:solidFill>
                <a:srgbClr val="111111"/>
              </a:solidFill>
              <a:latin typeface="Times New Roman" panose="02020503050405090304" pitchFamily="34" charset="0"/>
              <a:ea typeface="Times New Roman" panose="02020503050405090304" pitchFamily="34" charset="-122"/>
              <a:cs typeface="Times New Roman" panose="02020503050405090304" pitchFamily="34" charset="-120"/>
            </a:endParaRPr>
          </a:p>
          <a:p>
            <a:pPr marL="0" indent="0" algn="ctr">
              <a:buNone/>
            </a:pPr>
            <a:endParaRPr lang="en-US" dirty="0">
              <a:solidFill>
                <a:srgbClr val="111111"/>
              </a:solidFill>
              <a:latin typeface="Times New Roman" panose="02020503050405090304" pitchFamily="34" charset="0"/>
              <a:ea typeface="Times New Roman" panose="02020503050405090304" pitchFamily="34" charset="-122"/>
              <a:cs typeface="Times New Roman" panose="02020503050405090304" pitchFamily="34" charset="-120"/>
            </a:endParaRPr>
          </a:p>
        </p:txBody>
      </p:sp>
      <p:sp>
        <p:nvSpPr>
          <p:cNvPr id="162" name="Text 157"/>
          <p:cNvSpPr/>
          <p:nvPr/>
        </p:nvSpPr>
        <p:spPr>
          <a:xfrm>
            <a:off x="4480560" y="1883664"/>
            <a:ext cx="333756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endParaRPr lang="en-US" sz="1600" dirty="0">
              <a:solidFill>
                <a:srgbClr val="111111"/>
              </a:solidFill>
              <a:latin typeface="Times New Roman" panose="02020503050405090304" pitchFamily="34" charset="0"/>
              <a:ea typeface="Times New Roman" panose="02020503050405090304" pitchFamily="34" charset="-122"/>
              <a:cs typeface="Times New Roman" panose="02020503050405090304" pitchFamily="34" charset="-120"/>
            </a:endParaRPr>
          </a:p>
        </p:txBody>
      </p:sp>
      <p:sp>
        <p:nvSpPr>
          <p:cNvPr id="163" name="Shape 158"/>
          <p:cNvSpPr/>
          <p:nvPr/>
        </p:nvSpPr>
        <p:spPr>
          <a:xfrm>
            <a:off x="4389120" y="2377440"/>
            <a:ext cx="3520440" cy="1325880"/>
          </a:xfrm>
          <a:prstGeom prst="roundRect">
            <a:avLst>
              <a:gd name="adj" fmla="val 8276"/>
            </a:avLst>
          </a:prstGeom>
          <a:solidFill>
            <a:srgbClr val="FFFFFF">
              <a:alpha val="0"/>
            </a:srgbClr>
          </a:solidFill>
          <a:ln w="127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4" name="Shape 159"/>
          <p:cNvSpPr/>
          <p:nvPr/>
        </p:nvSpPr>
        <p:spPr>
          <a:xfrm>
            <a:off x="4535424" y="2377440"/>
            <a:ext cx="91440" cy="0"/>
          </a:xfrm>
          <a:prstGeom prst="line">
            <a:avLst/>
          </a:prstGeom>
          <a:noFill/>
          <a:ln w="10795">
            <a:solidFill>
              <a:srgbClr val="2E8B23"/>
            </a:solidFill>
            <a:prstDash val="solid"/>
          </a:ln>
        </p:spPr>
      </p:sp>
      <p:sp>
        <p:nvSpPr>
          <p:cNvPr id="165" name="Shape 160"/>
          <p:cNvSpPr/>
          <p:nvPr/>
        </p:nvSpPr>
        <p:spPr>
          <a:xfrm>
            <a:off x="4535424" y="3703320"/>
            <a:ext cx="91440" cy="0"/>
          </a:xfrm>
          <a:prstGeom prst="line">
            <a:avLst/>
          </a:prstGeom>
          <a:noFill/>
          <a:ln w="10795">
            <a:solidFill>
              <a:srgbClr val="2E8B23"/>
            </a:solidFill>
            <a:prstDash val="solid"/>
          </a:ln>
        </p:spPr>
      </p:sp>
      <p:sp>
        <p:nvSpPr>
          <p:cNvPr id="166" name="Shape 161"/>
          <p:cNvSpPr/>
          <p:nvPr/>
        </p:nvSpPr>
        <p:spPr>
          <a:xfrm>
            <a:off x="4700016" y="2377440"/>
            <a:ext cx="91440" cy="0"/>
          </a:xfrm>
          <a:prstGeom prst="line">
            <a:avLst/>
          </a:prstGeom>
          <a:noFill/>
          <a:ln w="10795">
            <a:solidFill>
              <a:srgbClr val="2E8B23"/>
            </a:solidFill>
            <a:prstDash val="solid"/>
          </a:ln>
        </p:spPr>
      </p:sp>
      <p:sp>
        <p:nvSpPr>
          <p:cNvPr id="167" name="Shape 162"/>
          <p:cNvSpPr/>
          <p:nvPr/>
        </p:nvSpPr>
        <p:spPr>
          <a:xfrm>
            <a:off x="4700016" y="3703320"/>
            <a:ext cx="91440" cy="0"/>
          </a:xfrm>
          <a:prstGeom prst="line">
            <a:avLst/>
          </a:prstGeom>
          <a:noFill/>
          <a:ln w="10795">
            <a:solidFill>
              <a:srgbClr val="2E8B23"/>
            </a:solidFill>
            <a:prstDash val="solid"/>
          </a:ln>
        </p:spPr>
      </p:sp>
      <p:sp>
        <p:nvSpPr>
          <p:cNvPr id="168" name="Shape 163"/>
          <p:cNvSpPr/>
          <p:nvPr/>
        </p:nvSpPr>
        <p:spPr>
          <a:xfrm>
            <a:off x="4864608" y="2377440"/>
            <a:ext cx="91440" cy="0"/>
          </a:xfrm>
          <a:prstGeom prst="line">
            <a:avLst/>
          </a:prstGeom>
          <a:noFill/>
          <a:ln w="10795">
            <a:solidFill>
              <a:srgbClr val="2E8B23"/>
            </a:solidFill>
            <a:prstDash val="solid"/>
          </a:ln>
        </p:spPr>
      </p:sp>
      <p:sp>
        <p:nvSpPr>
          <p:cNvPr id="169" name="Shape 164"/>
          <p:cNvSpPr/>
          <p:nvPr/>
        </p:nvSpPr>
        <p:spPr>
          <a:xfrm>
            <a:off x="4864608" y="3703320"/>
            <a:ext cx="91440" cy="0"/>
          </a:xfrm>
          <a:prstGeom prst="line">
            <a:avLst/>
          </a:prstGeom>
          <a:noFill/>
          <a:ln w="10795">
            <a:solidFill>
              <a:srgbClr val="2E8B23"/>
            </a:solidFill>
            <a:prstDash val="solid"/>
          </a:ln>
        </p:spPr>
      </p:sp>
      <p:sp>
        <p:nvSpPr>
          <p:cNvPr id="170" name="Shape 165"/>
          <p:cNvSpPr/>
          <p:nvPr/>
        </p:nvSpPr>
        <p:spPr>
          <a:xfrm>
            <a:off x="5029200" y="2377440"/>
            <a:ext cx="91440" cy="0"/>
          </a:xfrm>
          <a:prstGeom prst="line">
            <a:avLst/>
          </a:prstGeom>
          <a:noFill/>
          <a:ln w="10795">
            <a:solidFill>
              <a:srgbClr val="2E8B23"/>
            </a:solidFill>
            <a:prstDash val="solid"/>
          </a:ln>
        </p:spPr>
      </p:sp>
      <p:sp>
        <p:nvSpPr>
          <p:cNvPr id="171" name="Shape 166"/>
          <p:cNvSpPr/>
          <p:nvPr/>
        </p:nvSpPr>
        <p:spPr>
          <a:xfrm>
            <a:off x="5029200" y="3703320"/>
            <a:ext cx="91440" cy="0"/>
          </a:xfrm>
          <a:prstGeom prst="line">
            <a:avLst/>
          </a:prstGeom>
          <a:noFill/>
          <a:ln w="10795">
            <a:solidFill>
              <a:srgbClr val="2E8B23"/>
            </a:solidFill>
            <a:prstDash val="solid"/>
          </a:ln>
        </p:spPr>
      </p:sp>
      <p:sp>
        <p:nvSpPr>
          <p:cNvPr id="172" name="Shape 167"/>
          <p:cNvSpPr/>
          <p:nvPr/>
        </p:nvSpPr>
        <p:spPr>
          <a:xfrm>
            <a:off x="5193792" y="2377440"/>
            <a:ext cx="91440" cy="0"/>
          </a:xfrm>
          <a:prstGeom prst="line">
            <a:avLst/>
          </a:prstGeom>
          <a:noFill/>
          <a:ln w="10795">
            <a:solidFill>
              <a:srgbClr val="2E8B23"/>
            </a:solidFill>
            <a:prstDash val="solid"/>
          </a:ln>
        </p:spPr>
      </p:sp>
      <p:sp>
        <p:nvSpPr>
          <p:cNvPr id="173" name="Shape 168"/>
          <p:cNvSpPr/>
          <p:nvPr/>
        </p:nvSpPr>
        <p:spPr>
          <a:xfrm>
            <a:off x="5193792" y="3703320"/>
            <a:ext cx="91440" cy="0"/>
          </a:xfrm>
          <a:prstGeom prst="line">
            <a:avLst/>
          </a:prstGeom>
          <a:noFill/>
          <a:ln w="10795">
            <a:solidFill>
              <a:srgbClr val="2E8B23"/>
            </a:solidFill>
            <a:prstDash val="solid"/>
          </a:ln>
        </p:spPr>
      </p:sp>
      <p:sp>
        <p:nvSpPr>
          <p:cNvPr id="174" name="Shape 169"/>
          <p:cNvSpPr/>
          <p:nvPr/>
        </p:nvSpPr>
        <p:spPr>
          <a:xfrm>
            <a:off x="5358384" y="2377440"/>
            <a:ext cx="91440" cy="0"/>
          </a:xfrm>
          <a:prstGeom prst="line">
            <a:avLst/>
          </a:prstGeom>
          <a:noFill/>
          <a:ln w="10795">
            <a:solidFill>
              <a:srgbClr val="2E8B23"/>
            </a:solidFill>
            <a:prstDash val="solid"/>
          </a:ln>
        </p:spPr>
      </p:sp>
      <p:sp>
        <p:nvSpPr>
          <p:cNvPr id="175" name="Shape 170"/>
          <p:cNvSpPr/>
          <p:nvPr/>
        </p:nvSpPr>
        <p:spPr>
          <a:xfrm>
            <a:off x="5358384" y="3703320"/>
            <a:ext cx="91440" cy="0"/>
          </a:xfrm>
          <a:prstGeom prst="line">
            <a:avLst/>
          </a:prstGeom>
          <a:noFill/>
          <a:ln w="10795">
            <a:solidFill>
              <a:srgbClr val="2E8B23"/>
            </a:solidFill>
            <a:prstDash val="solid"/>
          </a:ln>
        </p:spPr>
      </p:sp>
      <p:sp>
        <p:nvSpPr>
          <p:cNvPr id="176" name="Shape 171"/>
          <p:cNvSpPr/>
          <p:nvPr/>
        </p:nvSpPr>
        <p:spPr>
          <a:xfrm>
            <a:off x="5522976" y="2377440"/>
            <a:ext cx="91440" cy="0"/>
          </a:xfrm>
          <a:prstGeom prst="line">
            <a:avLst/>
          </a:prstGeom>
          <a:noFill/>
          <a:ln w="10795">
            <a:solidFill>
              <a:srgbClr val="2E8B23"/>
            </a:solidFill>
            <a:prstDash val="solid"/>
          </a:ln>
        </p:spPr>
      </p:sp>
      <p:sp>
        <p:nvSpPr>
          <p:cNvPr id="177" name="Shape 172"/>
          <p:cNvSpPr/>
          <p:nvPr/>
        </p:nvSpPr>
        <p:spPr>
          <a:xfrm>
            <a:off x="5522976" y="3703320"/>
            <a:ext cx="91440" cy="0"/>
          </a:xfrm>
          <a:prstGeom prst="line">
            <a:avLst/>
          </a:prstGeom>
          <a:noFill/>
          <a:ln w="10795">
            <a:solidFill>
              <a:srgbClr val="2E8B23"/>
            </a:solidFill>
            <a:prstDash val="solid"/>
          </a:ln>
        </p:spPr>
      </p:sp>
      <p:sp>
        <p:nvSpPr>
          <p:cNvPr id="178" name="Shape 173"/>
          <p:cNvSpPr/>
          <p:nvPr/>
        </p:nvSpPr>
        <p:spPr>
          <a:xfrm>
            <a:off x="5687568" y="2377440"/>
            <a:ext cx="91440" cy="0"/>
          </a:xfrm>
          <a:prstGeom prst="line">
            <a:avLst/>
          </a:prstGeom>
          <a:noFill/>
          <a:ln w="10795">
            <a:solidFill>
              <a:srgbClr val="2E8B23"/>
            </a:solidFill>
            <a:prstDash val="solid"/>
          </a:ln>
        </p:spPr>
      </p:sp>
      <p:sp>
        <p:nvSpPr>
          <p:cNvPr id="179" name="Shape 174"/>
          <p:cNvSpPr/>
          <p:nvPr/>
        </p:nvSpPr>
        <p:spPr>
          <a:xfrm>
            <a:off x="5687568" y="3703320"/>
            <a:ext cx="91440" cy="0"/>
          </a:xfrm>
          <a:prstGeom prst="line">
            <a:avLst/>
          </a:prstGeom>
          <a:noFill/>
          <a:ln w="10795">
            <a:solidFill>
              <a:srgbClr val="2E8B23"/>
            </a:solidFill>
            <a:prstDash val="solid"/>
          </a:ln>
        </p:spPr>
      </p:sp>
      <p:sp>
        <p:nvSpPr>
          <p:cNvPr id="180" name="Shape 175"/>
          <p:cNvSpPr/>
          <p:nvPr/>
        </p:nvSpPr>
        <p:spPr>
          <a:xfrm>
            <a:off x="5852160" y="2377440"/>
            <a:ext cx="91440" cy="0"/>
          </a:xfrm>
          <a:prstGeom prst="line">
            <a:avLst/>
          </a:prstGeom>
          <a:noFill/>
          <a:ln w="10795">
            <a:solidFill>
              <a:srgbClr val="2E8B23"/>
            </a:solidFill>
            <a:prstDash val="solid"/>
          </a:ln>
        </p:spPr>
      </p:sp>
      <p:sp>
        <p:nvSpPr>
          <p:cNvPr id="181" name="Shape 176"/>
          <p:cNvSpPr/>
          <p:nvPr/>
        </p:nvSpPr>
        <p:spPr>
          <a:xfrm>
            <a:off x="5852160" y="3703320"/>
            <a:ext cx="91440" cy="0"/>
          </a:xfrm>
          <a:prstGeom prst="line">
            <a:avLst/>
          </a:prstGeom>
          <a:noFill/>
          <a:ln w="10795">
            <a:solidFill>
              <a:srgbClr val="2E8B23"/>
            </a:solidFill>
            <a:prstDash val="solid"/>
          </a:ln>
        </p:spPr>
      </p:sp>
      <p:sp>
        <p:nvSpPr>
          <p:cNvPr id="182" name="Shape 177"/>
          <p:cNvSpPr/>
          <p:nvPr/>
        </p:nvSpPr>
        <p:spPr>
          <a:xfrm>
            <a:off x="6016752" y="2377440"/>
            <a:ext cx="91440" cy="0"/>
          </a:xfrm>
          <a:prstGeom prst="line">
            <a:avLst/>
          </a:prstGeom>
          <a:noFill/>
          <a:ln w="10795">
            <a:solidFill>
              <a:srgbClr val="2E8B23"/>
            </a:solidFill>
            <a:prstDash val="solid"/>
          </a:ln>
        </p:spPr>
      </p:sp>
      <p:sp>
        <p:nvSpPr>
          <p:cNvPr id="183" name="Shape 178"/>
          <p:cNvSpPr/>
          <p:nvPr/>
        </p:nvSpPr>
        <p:spPr>
          <a:xfrm>
            <a:off x="6016752" y="3703320"/>
            <a:ext cx="91440" cy="0"/>
          </a:xfrm>
          <a:prstGeom prst="line">
            <a:avLst/>
          </a:prstGeom>
          <a:noFill/>
          <a:ln w="10795">
            <a:solidFill>
              <a:srgbClr val="2E8B23"/>
            </a:solidFill>
            <a:prstDash val="solid"/>
          </a:ln>
        </p:spPr>
      </p:sp>
      <p:sp>
        <p:nvSpPr>
          <p:cNvPr id="184" name="Shape 179"/>
          <p:cNvSpPr/>
          <p:nvPr/>
        </p:nvSpPr>
        <p:spPr>
          <a:xfrm>
            <a:off x="6181344" y="2377440"/>
            <a:ext cx="91440" cy="0"/>
          </a:xfrm>
          <a:prstGeom prst="line">
            <a:avLst/>
          </a:prstGeom>
          <a:noFill/>
          <a:ln w="10795">
            <a:solidFill>
              <a:srgbClr val="2E8B23"/>
            </a:solidFill>
            <a:prstDash val="solid"/>
          </a:ln>
        </p:spPr>
      </p:sp>
      <p:sp>
        <p:nvSpPr>
          <p:cNvPr id="185" name="Shape 180"/>
          <p:cNvSpPr/>
          <p:nvPr/>
        </p:nvSpPr>
        <p:spPr>
          <a:xfrm>
            <a:off x="6181344" y="3703320"/>
            <a:ext cx="91440" cy="0"/>
          </a:xfrm>
          <a:prstGeom prst="line">
            <a:avLst/>
          </a:prstGeom>
          <a:noFill/>
          <a:ln w="10795">
            <a:solidFill>
              <a:srgbClr val="2E8B23"/>
            </a:solidFill>
            <a:prstDash val="solid"/>
          </a:ln>
        </p:spPr>
      </p:sp>
      <p:sp>
        <p:nvSpPr>
          <p:cNvPr id="186" name="Shape 181"/>
          <p:cNvSpPr/>
          <p:nvPr/>
        </p:nvSpPr>
        <p:spPr>
          <a:xfrm>
            <a:off x="6345936" y="2377440"/>
            <a:ext cx="91440" cy="0"/>
          </a:xfrm>
          <a:prstGeom prst="line">
            <a:avLst/>
          </a:prstGeom>
          <a:noFill/>
          <a:ln w="10795">
            <a:solidFill>
              <a:srgbClr val="2E8B23"/>
            </a:solidFill>
            <a:prstDash val="solid"/>
          </a:ln>
        </p:spPr>
      </p:sp>
      <p:sp>
        <p:nvSpPr>
          <p:cNvPr id="187" name="Shape 182"/>
          <p:cNvSpPr/>
          <p:nvPr/>
        </p:nvSpPr>
        <p:spPr>
          <a:xfrm>
            <a:off x="6345936" y="3703320"/>
            <a:ext cx="91440" cy="0"/>
          </a:xfrm>
          <a:prstGeom prst="line">
            <a:avLst/>
          </a:prstGeom>
          <a:noFill/>
          <a:ln w="10795">
            <a:solidFill>
              <a:srgbClr val="2E8B23"/>
            </a:solidFill>
            <a:prstDash val="solid"/>
          </a:ln>
        </p:spPr>
      </p:sp>
      <p:sp>
        <p:nvSpPr>
          <p:cNvPr id="188" name="Shape 183"/>
          <p:cNvSpPr/>
          <p:nvPr/>
        </p:nvSpPr>
        <p:spPr>
          <a:xfrm>
            <a:off x="6510528" y="2377440"/>
            <a:ext cx="91440" cy="0"/>
          </a:xfrm>
          <a:prstGeom prst="line">
            <a:avLst/>
          </a:prstGeom>
          <a:noFill/>
          <a:ln w="10795">
            <a:solidFill>
              <a:srgbClr val="2E8B23"/>
            </a:solidFill>
            <a:prstDash val="solid"/>
          </a:ln>
        </p:spPr>
      </p:sp>
      <p:sp>
        <p:nvSpPr>
          <p:cNvPr id="189" name="Shape 184"/>
          <p:cNvSpPr/>
          <p:nvPr/>
        </p:nvSpPr>
        <p:spPr>
          <a:xfrm>
            <a:off x="6510528" y="3703320"/>
            <a:ext cx="91440" cy="0"/>
          </a:xfrm>
          <a:prstGeom prst="line">
            <a:avLst/>
          </a:prstGeom>
          <a:noFill/>
          <a:ln w="10795">
            <a:solidFill>
              <a:srgbClr val="2E8B23"/>
            </a:solidFill>
            <a:prstDash val="solid"/>
          </a:ln>
        </p:spPr>
      </p:sp>
      <p:sp>
        <p:nvSpPr>
          <p:cNvPr id="190" name="Shape 185"/>
          <p:cNvSpPr/>
          <p:nvPr/>
        </p:nvSpPr>
        <p:spPr>
          <a:xfrm>
            <a:off x="6675120" y="2377440"/>
            <a:ext cx="91440" cy="0"/>
          </a:xfrm>
          <a:prstGeom prst="line">
            <a:avLst/>
          </a:prstGeom>
          <a:noFill/>
          <a:ln w="10795">
            <a:solidFill>
              <a:srgbClr val="2E8B23"/>
            </a:solidFill>
            <a:prstDash val="solid"/>
          </a:ln>
        </p:spPr>
      </p:sp>
      <p:sp>
        <p:nvSpPr>
          <p:cNvPr id="191" name="Shape 186"/>
          <p:cNvSpPr/>
          <p:nvPr/>
        </p:nvSpPr>
        <p:spPr>
          <a:xfrm>
            <a:off x="6675120" y="3703320"/>
            <a:ext cx="91440" cy="0"/>
          </a:xfrm>
          <a:prstGeom prst="line">
            <a:avLst/>
          </a:prstGeom>
          <a:noFill/>
          <a:ln w="10795">
            <a:solidFill>
              <a:srgbClr val="2E8B23"/>
            </a:solidFill>
            <a:prstDash val="solid"/>
          </a:ln>
        </p:spPr>
      </p:sp>
      <p:sp>
        <p:nvSpPr>
          <p:cNvPr id="192" name="Shape 187"/>
          <p:cNvSpPr/>
          <p:nvPr/>
        </p:nvSpPr>
        <p:spPr>
          <a:xfrm>
            <a:off x="6839712" y="2377440"/>
            <a:ext cx="91440" cy="0"/>
          </a:xfrm>
          <a:prstGeom prst="line">
            <a:avLst/>
          </a:prstGeom>
          <a:noFill/>
          <a:ln w="10795">
            <a:solidFill>
              <a:srgbClr val="2E8B23"/>
            </a:solidFill>
            <a:prstDash val="solid"/>
          </a:ln>
        </p:spPr>
      </p:sp>
      <p:sp>
        <p:nvSpPr>
          <p:cNvPr id="193" name="Shape 188"/>
          <p:cNvSpPr/>
          <p:nvPr/>
        </p:nvSpPr>
        <p:spPr>
          <a:xfrm>
            <a:off x="6839712" y="3703320"/>
            <a:ext cx="91440" cy="0"/>
          </a:xfrm>
          <a:prstGeom prst="line">
            <a:avLst/>
          </a:prstGeom>
          <a:noFill/>
          <a:ln w="10795">
            <a:solidFill>
              <a:srgbClr val="2E8B23"/>
            </a:solidFill>
            <a:prstDash val="solid"/>
          </a:ln>
        </p:spPr>
      </p:sp>
      <p:sp>
        <p:nvSpPr>
          <p:cNvPr id="194" name="Shape 189"/>
          <p:cNvSpPr/>
          <p:nvPr/>
        </p:nvSpPr>
        <p:spPr>
          <a:xfrm>
            <a:off x="7004304" y="2377440"/>
            <a:ext cx="91440" cy="0"/>
          </a:xfrm>
          <a:prstGeom prst="line">
            <a:avLst/>
          </a:prstGeom>
          <a:noFill/>
          <a:ln w="10795">
            <a:solidFill>
              <a:srgbClr val="2E8B23"/>
            </a:solidFill>
            <a:prstDash val="solid"/>
          </a:ln>
        </p:spPr>
      </p:sp>
      <p:sp>
        <p:nvSpPr>
          <p:cNvPr id="195" name="Shape 190"/>
          <p:cNvSpPr/>
          <p:nvPr/>
        </p:nvSpPr>
        <p:spPr>
          <a:xfrm>
            <a:off x="7004304" y="3703320"/>
            <a:ext cx="91440" cy="0"/>
          </a:xfrm>
          <a:prstGeom prst="line">
            <a:avLst/>
          </a:prstGeom>
          <a:noFill/>
          <a:ln w="10795">
            <a:solidFill>
              <a:srgbClr val="2E8B23"/>
            </a:solidFill>
            <a:prstDash val="solid"/>
          </a:ln>
        </p:spPr>
      </p:sp>
      <p:sp>
        <p:nvSpPr>
          <p:cNvPr id="196" name="Shape 191"/>
          <p:cNvSpPr/>
          <p:nvPr/>
        </p:nvSpPr>
        <p:spPr>
          <a:xfrm>
            <a:off x="7168896" y="2377440"/>
            <a:ext cx="91440" cy="0"/>
          </a:xfrm>
          <a:prstGeom prst="line">
            <a:avLst/>
          </a:prstGeom>
          <a:noFill/>
          <a:ln w="10795">
            <a:solidFill>
              <a:srgbClr val="2E8B23"/>
            </a:solidFill>
            <a:prstDash val="solid"/>
          </a:ln>
        </p:spPr>
      </p:sp>
      <p:sp>
        <p:nvSpPr>
          <p:cNvPr id="197" name="Shape 192"/>
          <p:cNvSpPr/>
          <p:nvPr/>
        </p:nvSpPr>
        <p:spPr>
          <a:xfrm>
            <a:off x="7168896" y="3703320"/>
            <a:ext cx="91440" cy="0"/>
          </a:xfrm>
          <a:prstGeom prst="line">
            <a:avLst/>
          </a:prstGeom>
          <a:noFill/>
          <a:ln w="10795">
            <a:solidFill>
              <a:srgbClr val="2E8B23"/>
            </a:solidFill>
            <a:prstDash val="solid"/>
          </a:ln>
        </p:spPr>
      </p:sp>
      <p:sp>
        <p:nvSpPr>
          <p:cNvPr id="198" name="Shape 193"/>
          <p:cNvSpPr/>
          <p:nvPr/>
        </p:nvSpPr>
        <p:spPr>
          <a:xfrm>
            <a:off x="7333488" y="2377440"/>
            <a:ext cx="91440" cy="0"/>
          </a:xfrm>
          <a:prstGeom prst="line">
            <a:avLst/>
          </a:prstGeom>
          <a:noFill/>
          <a:ln w="10795">
            <a:solidFill>
              <a:srgbClr val="2E8B23"/>
            </a:solidFill>
            <a:prstDash val="solid"/>
          </a:ln>
        </p:spPr>
      </p:sp>
      <p:sp>
        <p:nvSpPr>
          <p:cNvPr id="199" name="Shape 194"/>
          <p:cNvSpPr/>
          <p:nvPr/>
        </p:nvSpPr>
        <p:spPr>
          <a:xfrm>
            <a:off x="7333488" y="3703320"/>
            <a:ext cx="91440" cy="0"/>
          </a:xfrm>
          <a:prstGeom prst="line">
            <a:avLst/>
          </a:prstGeom>
          <a:noFill/>
          <a:ln w="10795">
            <a:solidFill>
              <a:srgbClr val="2E8B23"/>
            </a:solidFill>
            <a:prstDash val="solid"/>
          </a:ln>
        </p:spPr>
      </p:sp>
      <p:sp>
        <p:nvSpPr>
          <p:cNvPr id="200" name="Shape 195"/>
          <p:cNvSpPr/>
          <p:nvPr/>
        </p:nvSpPr>
        <p:spPr>
          <a:xfrm>
            <a:off x="7498080" y="2377440"/>
            <a:ext cx="91440" cy="0"/>
          </a:xfrm>
          <a:prstGeom prst="line">
            <a:avLst/>
          </a:prstGeom>
          <a:noFill/>
          <a:ln w="10795">
            <a:solidFill>
              <a:srgbClr val="2E8B23"/>
            </a:solidFill>
            <a:prstDash val="solid"/>
          </a:ln>
        </p:spPr>
      </p:sp>
      <p:sp>
        <p:nvSpPr>
          <p:cNvPr id="201" name="Shape 196"/>
          <p:cNvSpPr/>
          <p:nvPr/>
        </p:nvSpPr>
        <p:spPr>
          <a:xfrm>
            <a:off x="7498080" y="3703320"/>
            <a:ext cx="91440" cy="0"/>
          </a:xfrm>
          <a:prstGeom prst="line">
            <a:avLst/>
          </a:prstGeom>
          <a:noFill/>
          <a:ln w="10795">
            <a:solidFill>
              <a:srgbClr val="2E8B23"/>
            </a:solidFill>
            <a:prstDash val="solid"/>
          </a:ln>
        </p:spPr>
      </p:sp>
      <p:sp>
        <p:nvSpPr>
          <p:cNvPr id="202" name="Shape 197"/>
          <p:cNvSpPr/>
          <p:nvPr/>
        </p:nvSpPr>
        <p:spPr>
          <a:xfrm>
            <a:off x="7662672" y="2377440"/>
            <a:ext cx="91440" cy="0"/>
          </a:xfrm>
          <a:prstGeom prst="line">
            <a:avLst/>
          </a:prstGeom>
          <a:noFill/>
          <a:ln w="10795">
            <a:solidFill>
              <a:srgbClr val="2E8B23"/>
            </a:solidFill>
            <a:prstDash val="solid"/>
          </a:ln>
        </p:spPr>
      </p:sp>
      <p:sp>
        <p:nvSpPr>
          <p:cNvPr id="203" name="Shape 198"/>
          <p:cNvSpPr/>
          <p:nvPr/>
        </p:nvSpPr>
        <p:spPr>
          <a:xfrm>
            <a:off x="7662672" y="3703320"/>
            <a:ext cx="91440" cy="0"/>
          </a:xfrm>
          <a:prstGeom prst="line">
            <a:avLst/>
          </a:prstGeom>
          <a:noFill/>
          <a:ln w="10795">
            <a:solidFill>
              <a:srgbClr val="2E8B23"/>
            </a:solidFill>
            <a:prstDash val="solid"/>
          </a:ln>
        </p:spPr>
      </p:sp>
      <p:sp>
        <p:nvSpPr>
          <p:cNvPr id="204" name="Shape 199"/>
          <p:cNvSpPr/>
          <p:nvPr/>
        </p:nvSpPr>
        <p:spPr>
          <a:xfrm>
            <a:off x="4389120" y="2523744"/>
            <a:ext cx="0" cy="91440"/>
          </a:xfrm>
          <a:prstGeom prst="line">
            <a:avLst/>
          </a:prstGeom>
          <a:noFill/>
          <a:ln w="10795">
            <a:solidFill>
              <a:srgbClr val="2E8B23"/>
            </a:solidFill>
            <a:prstDash val="solid"/>
          </a:ln>
        </p:spPr>
      </p:sp>
      <p:sp>
        <p:nvSpPr>
          <p:cNvPr id="205" name="Shape 200"/>
          <p:cNvSpPr/>
          <p:nvPr/>
        </p:nvSpPr>
        <p:spPr>
          <a:xfrm>
            <a:off x="7909560" y="2523744"/>
            <a:ext cx="0" cy="91440"/>
          </a:xfrm>
          <a:prstGeom prst="line">
            <a:avLst/>
          </a:prstGeom>
          <a:noFill/>
          <a:ln w="10795">
            <a:solidFill>
              <a:srgbClr val="2E8B23"/>
            </a:solidFill>
            <a:prstDash val="solid"/>
          </a:ln>
        </p:spPr>
      </p:sp>
      <p:sp>
        <p:nvSpPr>
          <p:cNvPr id="206" name="Shape 201"/>
          <p:cNvSpPr/>
          <p:nvPr/>
        </p:nvSpPr>
        <p:spPr>
          <a:xfrm>
            <a:off x="4389120" y="2688336"/>
            <a:ext cx="0" cy="91440"/>
          </a:xfrm>
          <a:prstGeom prst="line">
            <a:avLst/>
          </a:prstGeom>
          <a:noFill/>
          <a:ln w="10795">
            <a:solidFill>
              <a:srgbClr val="2E8B23"/>
            </a:solidFill>
            <a:prstDash val="solid"/>
          </a:ln>
        </p:spPr>
      </p:sp>
      <p:sp>
        <p:nvSpPr>
          <p:cNvPr id="207" name="Shape 202"/>
          <p:cNvSpPr/>
          <p:nvPr/>
        </p:nvSpPr>
        <p:spPr>
          <a:xfrm>
            <a:off x="7909560" y="2688336"/>
            <a:ext cx="0" cy="91440"/>
          </a:xfrm>
          <a:prstGeom prst="line">
            <a:avLst/>
          </a:prstGeom>
          <a:noFill/>
          <a:ln w="10795">
            <a:solidFill>
              <a:srgbClr val="2E8B23"/>
            </a:solidFill>
            <a:prstDash val="solid"/>
          </a:ln>
        </p:spPr>
      </p:sp>
      <p:sp>
        <p:nvSpPr>
          <p:cNvPr id="208" name="Shape 203"/>
          <p:cNvSpPr/>
          <p:nvPr/>
        </p:nvSpPr>
        <p:spPr>
          <a:xfrm>
            <a:off x="4389120" y="2852928"/>
            <a:ext cx="0" cy="91440"/>
          </a:xfrm>
          <a:prstGeom prst="line">
            <a:avLst/>
          </a:prstGeom>
          <a:noFill/>
          <a:ln w="10795">
            <a:solidFill>
              <a:srgbClr val="2E8B23"/>
            </a:solidFill>
            <a:prstDash val="solid"/>
          </a:ln>
        </p:spPr>
      </p:sp>
      <p:sp>
        <p:nvSpPr>
          <p:cNvPr id="209" name="Shape 204"/>
          <p:cNvSpPr/>
          <p:nvPr/>
        </p:nvSpPr>
        <p:spPr>
          <a:xfrm>
            <a:off x="7909560" y="2852928"/>
            <a:ext cx="0" cy="91440"/>
          </a:xfrm>
          <a:prstGeom prst="line">
            <a:avLst/>
          </a:prstGeom>
          <a:noFill/>
          <a:ln w="10795">
            <a:solidFill>
              <a:srgbClr val="2E8B23"/>
            </a:solidFill>
            <a:prstDash val="solid"/>
          </a:ln>
        </p:spPr>
      </p:sp>
      <p:sp>
        <p:nvSpPr>
          <p:cNvPr id="210" name="Shape 205"/>
          <p:cNvSpPr/>
          <p:nvPr/>
        </p:nvSpPr>
        <p:spPr>
          <a:xfrm>
            <a:off x="4389120" y="3017520"/>
            <a:ext cx="0" cy="91440"/>
          </a:xfrm>
          <a:prstGeom prst="line">
            <a:avLst/>
          </a:prstGeom>
          <a:noFill/>
          <a:ln w="10795">
            <a:solidFill>
              <a:srgbClr val="2E8B23"/>
            </a:solidFill>
            <a:prstDash val="solid"/>
          </a:ln>
        </p:spPr>
      </p:sp>
      <p:sp>
        <p:nvSpPr>
          <p:cNvPr id="211" name="Shape 206"/>
          <p:cNvSpPr/>
          <p:nvPr/>
        </p:nvSpPr>
        <p:spPr>
          <a:xfrm>
            <a:off x="7909560" y="3017520"/>
            <a:ext cx="0" cy="91440"/>
          </a:xfrm>
          <a:prstGeom prst="line">
            <a:avLst/>
          </a:prstGeom>
          <a:noFill/>
          <a:ln w="10795">
            <a:solidFill>
              <a:srgbClr val="2E8B23"/>
            </a:solidFill>
            <a:prstDash val="solid"/>
          </a:ln>
        </p:spPr>
      </p:sp>
      <p:sp>
        <p:nvSpPr>
          <p:cNvPr id="212" name="Shape 207"/>
          <p:cNvSpPr/>
          <p:nvPr/>
        </p:nvSpPr>
        <p:spPr>
          <a:xfrm>
            <a:off x="4389120" y="3182112"/>
            <a:ext cx="0" cy="91440"/>
          </a:xfrm>
          <a:prstGeom prst="line">
            <a:avLst/>
          </a:prstGeom>
          <a:noFill/>
          <a:ln w="10795">
            <a:solidFill>
              <a:srgbClr val="2E8B23"/>
            </a:solidFill>
            <a:prstDash val="solid"/>
          </a:ln>
        </p:spPr>
      </p:sp>
      <p:sp>
        <p:nvSpPr>
          <p:cNvPr id="213" name="Shape 208"/>
          <p:cNvSpPr/>
          <p:nvPr/>
        </p:nvSpPr>
        <p:spPr>
          <a:xfrm>
            <a:off x="7909560" y="3182112"/>
            <a:ext cx="0" cy="91440"/>
          </a:xfrm>
          <a:prstGeom prst="line">
            <a:avLst/>
          </a:prstGeom>
          <a:noFill/>
          <a:ln w="10795">
            <a:solidFill>
              <a:srgbClr val="2E8B23"/>
            </a:solidFill>
            <a:prstDash val="solid"/>
          </a:ln>
        </p:spPr>
      </p:sp>
      <p:sp>
        <p:nvSpPr>
          <p:cNvPr id="214" name="Shape 209"/>
          <p:cNvSpPr/>
          <p:nvPr/>
        </p:nvSpPr>
        <p:spPr>
          <a:xfrm>
            <a:off x="4389120" y="3346704"/>
            <a:ext cx="0" cy="91440"/>
          </a:xfrm>
          <a:prstGeom prst="line">
            <a:avLst/>
          </a:prstGeom>
          <a:noFill/>
          <a:ln w="10795">
            <a:solidFill>
              <a:srgbClr val="2E8B23"/>
            </a:solidFill>
            <a:prstDash val="solid"/>
          </a:ln>
        </p:spPr>
      </p:sp>
      <p:sp>
        <p:nvSpPr>
          <p:cNvPr id="215" name="Shape 210"/>
          <p:cNvSpPr/>
          <p:nvPr/>
        </p:nvSpPr>
        <p:spPr>
          <a:xfrm>
            <a:off x="7909560" y="3346704"/>
            <a:ext cx="0" cy="91440"/>
          </a:xfrm>
          <a:prstGeom prst="line">
            <a:avLst/>
          </a:prstGeom>
          <a:noFill/>
          <a:ln w="10795">
            <a:solidFill>
              <a:srgbClr val="2E8B23"/>
            </a:solidFill>
            <a:prstDash val="solid"/>
          </a:ln>
        </p:spPr>
      </p:sp>
      <p:sp>
        <p:nvSpPr>
          <p:cNvPr id="216" name="Shape 211"/>
          <p:cNvSpPr/>
          <p:nvPr/>
        </p:nvSpPr>
        <p:spPr>
          <a:xfrm>
            <a:off x="4389120" y="3511296"/>
            <a:ext cx="0" cy="64008"/>
          </a:xfrm>
          <a:prstGeom prst="line">
            <a:avLst/>
          </a:prstGeom>
          <a:noFill/>
          <a:ln w="10795">
            <a:solidFill>
              <a:srgbClr val="2E8B23"/>
            </a:solidFill>
            <a:prstDash val="solid"/>
          </a:ln>
        </p:spPr>
      </p:sp>
      <p:sp>
        <p:nvSpPr>
          <p:cNvPr id="217" name="Shape 212"/>
          <p:cNvSpPr/>
          <p:nvPr/>
        </p:nvSpPr>
        <p:spPr>
          <a:xfrm>
            <a:off x="7909560" y="3511296"/>
            <a:ext cx="0" cy="64008"/>
          </a:xfrm>
          <a:prstGeom prst="line">
            <a:avLst/>
          </a:prstGeom>
          <a:noFill/>
          <a:ln w="10795">
            <a:solidFill>
              <a:srgbClr val="2E8B23"/>
            </a:solidFill>
            <a:prstDash val="solid"/>
          </a:ln>
        </p:spPr>
      </p:sp>
      <p:sp>
        <p:nvSpPr>
          <p:cNvPr id="218" name="Text 213"/>
          <p:cNvSpPr/>
          <p:nvPr/>
        </p:nvSpPr>
        <p:spPr>
          <a:xfrm>
            <a:off x="5669280" y="2505456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20" b="1" dirty="0">
                <a:solidFill>
                  <a:schemeClr val="tx1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dim = 128</a:t>
            </a:r>
            <a:endParaRPr lang="en-US" sz="1520" b="1" dirty="0">
              <a:solidFill>
                <a:schemeClr val="tx1"/>
              </a:solidFill>
              <a:latin typeface="Times New Roman" panose="02020503050405090304" pitchFamily="34" charset="0"/>
              <a:ea typeface="Times New Roman" panose="02020503050405090304" pitchFamily="34" charset="-122"/>
              <a:cs typeface="Times New Roman" panose="02020503050405090304" pitchFamily="34" charset="-120"/>
            </a:endParaRPr>
          </a:p>
        </p:txBody>
      </p:sp>
      <p:sp>
        <p:nvSpPr>
          <p:cNvPr id="220" name="Shape 215"/>
          <p:cNvSpPr/>
          <p:nvPr/>
        </p:nvSpPr>
        <p:spPr>
          <a:xfrm>
            <a:off x="4882896" y="2843784"/>
            <a:ext cx="228600" cy="155448"/>
          </a:xfrm>
          <a:prstGeom prst="roundRect">
            <a:avLst>
              <a:gd name="adj" fmla="val 14706"/>
            </a:avLst>
          </a:prstGeom>
          <a:solidFill>
            <a:srgbClr val="2E8B23"/>
          </a:solidFill>
          <a:ln w="2540">
            <a:solidFill>
              <a:srgbClr val="2E8B23"/>
            </a:solidFill>
            <a:prstDash val="solid"/>
          </a:ln>
        </p:spPr>
      </p:sp>
      <p:sp>
        <p:nvSpPr>
          <p:cNvPr id="221" name="Shape 216"/>
          <p:cNvSpPr/>
          <p:nvPr/>
        </p:nvSpPr>
        <p:spPr>
          <a:xfrm>
            <a:off x="5175504" y="2843784"/>
            <a:ext cx="228600" cy="155448"/>
          </a:xfrm>
          <a:prstGeom prst="roundRect">
            <a:avLst>
              <a:gd name="adj" fmla="val 14706"/>
            </a:avLst>
          </a:prstGeom>
          <a:solidFill>
            <a:srgbClr val="2E8B23"/>
          </a:solidFill>
          <a:ln w="2540">
            <a:solidFill>
              <a:srgbClr val="2E8B23"/>
            </a:solidFill>
            <a:prstDash val="solid"/>
          </a:ln>
        </p:spPr>
      </p:sp>
      <p:sp>
        <p:nvSpPr>
          <p:cNvPr id="222" name="Shape 217"/>
          <p:cNvSpPr/>
          <p:nvPr/>
        </p:nvSpPr>
        <p:spPr>
          <a:xfrm>
            <a:off x="5468112" y="2843784"/>
            <a:ext cx="228600" cy="155448"/>
          </a:xfrm>
          <a:prstGeom prst="roundRect">
            <a:avLst>
              <a:gd name="adj" fmla="val 14706"/>
            </a:avLst>
          </a:prstGeom>
          <a:solidFill>
            <a:srgbClr val="2E8B23"/>
          </a:solidFill>
          <a:ln w="2540">
            <a:solidFill>
              <a:srgbClr val="2E8B23"/>
            </a:solidFill>
            <a:prstDash val="solid"/>
          </a:ln>
        </p:spPr>
      </p:sp>
      <p:sp>
        <p:nvSpPr>
          <p:cNvPr id="223" name="Shape 218"/>
          <p:cNvSpPr/>
          <p:nvPr/>
        </p:nvSpPr>
        <p:spPr>
          <a:xfrm>
            <a:off x="5760720" y="2843784"/>
            <a:ext cx="228600" cy="155448"/>
          </a:xfrm>
          <a:prstGeom prst="roundRect">
            <a:avLst>
              <a:gd name="adj" fmla="val 14706"/>
            </a:avLst>
          </a:prstGeom>
          <a:solidFill>
            <a:srgbClr val="2E8B23"/>
          </a:solidFill>
          <a:ln w="2540">
            <a:solidFill>
              <a:srgbClr val="2E8B23"/>
            </a:solidFill>
            <a:prstDash val="solid"/>
          </a:ln>
        </p:spPr>
      </p:sp>
      <p:sp>
        <p:nvSpPr>
          <p:cNvPr id="224" name="Shape 219"/>
          <p:cNvSpPr/>
          <p:nvPr/>
        </p:nvSpPr>
        <p:spPr>
          <a:xfrm>
            <a:off x="6583680" y="2843784"/>
            <a:ext cx="228600" cy="155448"/>
          </a:xfrm>
          <a:prstGeom prst="roundRect">
            <a:avLst>
              <a:gd name="adj" fmla="val 14706"/>
            </a:avLst>
          </a:prstGeom>
          <a:solidFill>
            <a:srgbClr val="2E8B23">
              <a:alpha val="55000"/>
            </a:srgbClr>
          </a:solidFill>
          <a:ln w="2540">
            <a:solidFill>
              <a:srgbClr val="2E8B23"/>
            </a:solidFill>
            <a:prstDash val="solid"/>
          </a:ln>
        </p:spPr>
      </p:sp>
      <p:sp>
        <p:nvSpPr>
          <p:cNvPr id="225" name="Shape 220"/>
          <p:cNvSpPr/>
          <p:nvPr/>
        </p:nvSpPr>
        <p:spPr>
          <a:xfrm>
            <a:off x="6876288" y="2843784"/>
            <a:ext cx="228600" cy="155448"/>
          </a:xfrm>
          <a:prstGeom prst="roundRect">
            <a:avLst>
              <a:gd name="adj" fmla="val 14706"/>
            </a:avLst>
          </a:prstGeom>
          <a:solidFill>
            <a:srgbClr val="2E8B23">
              <a:alpha val="55000"/>
            </a:srgbClr>
          </a:solidFill>
          <a:ln w="2540">
            <a:solidFill>
              <a:srgbClr val="2E8B23"/>
            </a:solidFill>
            <a:prstDash val="solid"/>
          </a:ln>
        </p:spPr>
      </p:sp>
      <p:sp>
        <p:nvSpPr>
          <p:cNvPr id="226" name="Shape 221"/>
          <p:cNvSpPr/>
          <p:nvPr/>
        </p:nvSpPr>
        <p:spPr>
          <a:xfrm>
            <a:off x="7168896" y="2843784"/>
            <a:ext cx="228600" cy="155448"/>
          </a:xfrm>
          <a:prstGeom prst="roundRect">
            <a:avLst>
              <a:gd name="adj" fmla="val 14706"/>
            </a:avLst>
          </a:prstGeom>
          <a:solidFill>
            <a:srgbClr val="2E8B23">
              <a:alpha val="55000"/>
            </a:srgbClr>
          </a:solidFill>
          <a:ln w="2540">
            <a:solidFill>
              <a:srgbClr val="2E8B23"/>
            </a:solidFill>
            <a:prstDash val="solid"/>
          </a:ln>
        </p:spPr>
      </p:sp>
      <p:sp>
        <p:nvSpPr>
          <p:cNvPr id="228" name="Text 223"/>
          <p:cNvSpPr/>
          <p:nvPr/>
        </p:nvSpPr>
        <p:spPr>
          <a:xfrm>
            <a:off x="6053328" y="2816352"/>
            <a:ext cx="41148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600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8B23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....</a:t>
            </a:r>
            <a:endParaRPr lang="en-US" sz="1600" dirty="0"/>
          </a:p>
        </p:txBody>
      </p:sp>
      <p:sp>
        <p:nvSpPr>
          <p:cNvPr id="229" name="Text 224"/>
          <p:cNvSpPr/>
          <p:nvPr/>
        </p:nvSpPr>
        <p:spPr>
          <a:xfrm>
            <a:off x="4480560" y="3182112"/>
            <a:ext cx="333756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endParaRPr lang="en-US" dirty="0">
              <a:solidFill>
                <a:srgbClr val="111111"/>
              </a:solidFill>
              <a:latin typeface="Times New Roman" panose="02020503050405090304" pitchFamily="34" charset="0"/>
              <a:ea typeface="Times New Roman" panose="02020503050405090304" pitchFamily="34" charset="-122"/>
              <a:cs typeface="Times New Roman" panose="02020503050405090304" pitchFamily="34" charset="-120"/>
            </a:endParaRPr>
          </a:p>
        </p:txBody>
      </p:sp>
      <p:sp>
        <p:nvSpPr>
          <p:cNvPr id="230" name="Text 225"/>
          <p:cNvSpPr/>
          <p:nvPr/>
        </p:nvSpPr>
        <p:spPr>
          <a:xfrm>
            <a:off x="4480560" y="3324225"/>
            <a:ext cx="333756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11111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  <a:sym typeface="+mn-ea"/>
              </a:rPr>
              <a:t>Medium-dimensional</a:t>
            </a:r>
            <a:r>
              <a:rPr lang="en-US" dirty="0">
                <a:solidFill>
                  <a:srgbClr val="111111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  <a:sym typeface="+mn-ea"/>
              </a:rPr>
              <a:t>(Balanced)</a:t>
            </a:r>
            <a:endParaRPr lang="en-US" dirty="0">
              <a:solidFill>
                <a:srgbClr val="111111"/>
              </a:solidFill>
              <a:latin typeface="Times New Roman" panose="02020503050405090304" pitchFamily="34" charset="0"/>
              <a:ea typeface="Times New Roman" panose="02020503050405090304" pitchFamily="34" charset="-122"/>
              <a:cs typeface="Times New Roman" panose="02020503050405090304" pitchFamily="34" charset="-120"/>
            </a:endParaRPr>
          </a:p>
          <a:p>
            <a:pPr marL="0" indent="0" algn="ctr">
              <a:buNone/>
            </a:pPr>
            <a:endParaRPr lang="en-US" dirty="0">
              <a:solidFill>
                <a:srgbClr val="111111"/>
              </a:solidFill>
              <a:latin typeface="Times New Roman" panose="02020503050405090304" pitchFamily="34" charset="0"/>
              <a:ea typeface="Times New Roman" panose="02020503050405090304" pitchFamily="34" charset="-122"/>
              <a:cs typeface="Times New Roman" panose="02020503050405090304" pitchFamily="34" charset="-120"/>
            </a:endParaRPr>
          </a:p>
        </p:txBody>
      </p:sp>
      <p:sp>
        <p:nvSpPr>
          <p:cNvPr id="231" name="Shape 226"/>
          <p:cNvSpPr/>
          <p:nvPr/>
        </p:nvSpPr>
        <p:spPr>
          <a:xfrm>
            <a:off x="4389120" y="3904488"/>
            <a:ext cx="3520440" cy="1325880"/>
          </a:xfrm>
          <a:prstGeom prst="roundRect">
            <a:avLst>
              <a:gd name="adj" fmla="val 8276"/>
            </a:avLst>
          </a:prstGeom>
          <a:solidFill>
            <a:srgbClr val="FFFFFF">
              <a:alpha val="0"/>
            </a:srgbClr>
          </a:solidFill>
          <a:ln w="127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2" name="Shape 227"/>
          <p:cNvSpPr/>
          <p:nvPr/>
        </p:nvSpPr>
        <p:spPr>
          <a:xfrm>
            <a:off x="4535424" y="3904488"/>
            <a:ext cx="91440" cy="0"/>
          </a:xfrm>
          <a:prstGeom prst="line">
            <a:avLst/>
          </a:prstGeom>
          <a:noFill/>
          <a:ln w="10795">
            <a:solidFill>
              <a:srgbClr val="FF5B00"/>
            </a:solidFill>
            <a:prstDash val="solid"/>
          </a:ln>
        </p:spPr>
      </p:sp>
      <p:sp>
        <p:nvSpPr>
          <p:cNvPr id="233" name="Shape 228"/>
          <p:cNvSpPr/>
          <p:nvPr/>
        </p:nvSpPr>
        <p:spPr>
          <a:xfrm>
            <a:off x="4535424" y="5230368"/>
            <a:ext cx="91440" cy="0"/>
          </a:xfrm>
          <a:prstGeom prst="line">
            <a:avLst/>
          </a:prstGeom>
          <a:noFill/>
          <a:ln w="10795">
            <a:solidFill>
              <a:srgbClr val="FF5B00"/>
            </a:solidFill>
            <a:prstDash val="solid"/>
          </a:ln>
        </p:spPr>
      </p:sp>
      <p:sp>
        <p:nvSpPr>
          <p:cNvPr id="234" name="Shape 229"/>
          <p:cNvSpPr/>
          <p:nvPr/>
        </p:nvSpPr>
        <p:spPr>
          <a:xfrm>
            <a:off x="4700016" y="3904488"/>
            <a:ext cx="91440" cy="0"/>
          </a:xfrm>
          <a:prstGeom prst="line">
            <a:avLst/>
          </a:prstGeom>
          <a:noFill/>
          <a:ln w="10795">
            <a:solidFill>
              <a:srgbClr val="FF5B00"/>
            </a:solidFill>
            <a:prstDash val="solid"/>
          </a:ln>
        </p:spPr>
      </p:sp>
      <p:sp>
        <p:nvSpPr>
          <p:cNvPr id="235" name="Shape 230"/>
          <p:cNvSpPr/>
          <p:nvPr/>
        </p:nvSpPr>
        <p:spPr>
          <a:xfrm>
            <a:off x="4700016" y="5230368"/>
            <a:ext cx="91440" cy="0"/>
          </a:xfrm>
          <a:prstGeom prst="line">
            <a:avLst/>
          </a:prstGeom>
          <a:noFill/>
          <a:ln w="10795">
            <a:solidFill>
              <a:srgbClr val="FF5B00"/>
            </a:solidFill>
            <a:prstDash val="solid"/>
          </a:ln>
        </p:spPr>
      </p:sp>
      <p:sp>
        <p:nvSpPr>
          <p:cNvPr id="236" name="Shape 231"/>
          <p:cNvSpPr/>
          <p:nvPr/>
        </p:nvSpPr>
        <p:spPr>
          <a:xfrm>
            <a:off x="4864608" y="3904488"/>
            <a:ext cx="91440" cy="0"/>
          </a:xfrm>
          <a:prstGeom prst="line">
            <a:avLst/>
          </a:prstGeom>
          <a:noFill/>
          <a:ln w="10795">
            <a:solidFill>
              <a:srgbClr val="FF5B00"/>
            </a:solidFill>
            <a:prstDash val="solid"/>
          </a:ln>
        </p:spPr>
      </p:sp>
      <p:sp>
        <p:nvSpPr>
          <p:cNvPr id="237" name="Shape 232"/>
          <p:cNvSpPr/>
          <p:nvPr/>
        </p:nvSpPr>
        <p:spPr>
          <a:xfrm>
            <a:off x="4864608" y="5230368"/>
            <a:ext cx="91440" cy="0"/>
          </a:xfrm>
          <a:prstGeom prst="line">
            <a:avLst/>
          </a:prstGeom>
          <a:noFill/>
          <a:ln w="10795">
            <a:solidFill>
              <a:srgbClr val="FF5B00"/>
            </a:solidFill>
            <a:prstDash val="solid"/>
          </a:ln>
        </p:spPr>
      </p:sp>
      <p:sp>
        <p:nvSpPr>
          <p:cNvPr id="238" name="Shape 233"/>
          <p:cNvSpPr/>
          <p:nvPr/>
        </p:nvSpPr>
        <p:spPr>
          <a:xfrm>
            <a:off x="5029200" y="3904488"/>
            <a:ext cx="91440" cy="0"/>
          </a:xfrm>
          <a:prstGeom prst="line">
            <a:avLst/>
          </a:prstGeom>
          <a:noFill/>
          <a:ln w="10795">
            <a:solidFill>
              <a:srgbClr val="FF5B00"/>
            </a:solidFill>
            <a:prstDash val="solid"/>
          </a:ln>
        </p:spPr>
      </p:sp>
      <p:sp>
        <p:nvSpPr>
          <p:cNvPr id="239" name="Shape 234"/>
          <p:cNvSpPr/>
          <p:nvPr/>
        </p:nvSpPr>
        <p:spPr>
          <a:xfrm>
            <a:off x="5029200" y="5230368"/>
            <a:ext cx="91440" cy="0"/>
          </a:xfrm>
          <a:prstGeom prst="line">
            <a:avLst/>
          </a:prstGeom>
          <a:noFill/>
          <a:ln w="10795">
            <a:solidFill>
              <a:srgbClr val="FF5B00"/>
            </a:solidFill>
            <a:prstDash val="solid"/>
          </a:ln>
        </p:spPr>
      </p:sp>
      <p:sp>
        <p:nvSpPr>
          <p:cNvPr id="240" name="Shape 235"/>
          <p:cNvSpPr/>
          <p:nvPr/>
        </p:nvSpPr>
        <p:spPr>
          <a:xfrm>
            <a:off x="5193792" y="3904488"/>
            <a:ext cx="91440" cy="0"/>
          </a:xfrm>
          <a:prstGeom prst="line">
            <a:avLst/>
          </a:prstGeom>
          <a:noFill/>
          <a:ln w="10795">
            <a:solidFill>
              <a:srgbClr val="FF5B00"/>
            </a:solidFill>
            <a:prstDash val="solid"/>
          </a:ln>
        </p:spPr>
      </p:sp>
      <p:sp>
        <p:nvSpPr>
          <p:cNvPr id="241" name="Shape 236"/>
          <p:cNvSpPr/>
          <p:nvPr/>
        </p:nvSpPr>
        <p:spPr>
          <a:xfrm>
            <a:off x="5193792" y="5230368"/>
            <a:ext cx="91440" cy="0"/>
          </a:xfrm>
          <a:prstGeom prst="line">
            <a:avLst/>
          </a:prstGeom>
          <a:noFill/>
          <a:ln w="10795">
            <a:solidFill>
              <a:srgbClr val="FF5B00"/>
            </a:solidFill>
            <a:prstDash val="solid"/>
          </a:ln>
        </p:spPr>
      </p:sp>
      <p:sp>
        <p:nvSpPr>
          <p:cNvPr id="242" name="Shape 237"/>
          <p:cNvSpPr/>
          <p:nvPr/>
        </p:nvSpPr>
        <p:spPr>
          <a:xfrm>
            <a:off x="5358384" y="3904488"/>
            <a:ext cx="91440" cy="0"/>
          </a:xfrm>
          <a:prstGeom prst="line">
            <a:avLst/>
          </a:prstGeom>
          <a:noFill/>
          <a:ln w="10795">
            <a:solidFill>
              <a:srgbClr val="FF5B00"/>
            </a:solidFill>
            <a:prstDash val="solid"/>
          </a:ln>
        </p:spPr>
      </p:sp>
      <p:sp>
        <p:nvSpPr>
          <p:cNvPr id="243" name="Shape 238"/>
          <p:cNvSpPr/>
          <p:nvPr/>
        </p:nvSpPr>
        <p:spPr>
          <a:xfrm>
            <a:off x="5358384" y="5230368"/>
            <a:ext cx="91440" cy="0"/>
          </a:xfrm>
          <a:prstGeom prst="line">
            <a:avLst/>
          </a:prstGeom>
          <a:noFill/>
          <a:ln w="10795">
            <a:solidFill>
              <a:srgbClr val="FF5B00"/>
            </a:solidFill>
            <a:prstDash val="solid"/>
          </a:ln>
        </p:spPr>
      </p:sp>
      <p:sp>
        <p:nvSpPr>
          <p:cNvPr id="244" name="Shape 239"/>
          <p:cNvSpPr/>
          <p:nvPr/>
        </p:nvSpPr>
        <p:spPr>
          <a:xfrm>
            <a:off x="5522976" y="3904488"/>
            <a:ext cx="91440" cy="0"/>
          </a:xfrm>
          <a:prstGeom prst="line">
            <a:avLst/>
          </a:prstGeom>
          <a:noFill/>
          <a:ln w="10795">
            <a:solidFill>
              <a:srgbClr val="FF5B00"/>
            </a:solidFill>
            <a:prstDash val="solid"/>
          </a:ln>
        </p:spPr>
      </p:sp>
      <p:sp>
        <p:nvSpPr>
          <p:cNvPr id="245" name="Shape 240"/>
          <p:cNvSpPr/>
          <p:nvPr/>
        </p:nvSpPr>
        <p:spPr>
          <a:xfrm>
            <a:off x="5522976" y="5230368"/>
            <a:ext cx="91440" cy="0"/>
          </a:xfrm>
          <a:prstGeom prst="line">
            <a:avLst/>
          </a:prstGeom>
          <a:noFill/>
          <a:ln w="10795">
            <a:solidFill>
              <a:srgbClr val="FF5B00"/>
            </a:solidFill>
            <a:prstDash val="solid"/>
          </a:ln>
        </p:spPr>
      </p:sp>
      <p:sp>
        <p:nvSpPr>
          <p:cNvPr id="246" name="Shape 241"/>
          <p:cNvSpPr/>
          <p:nvPr/>
        </p:nvSpPr>
        <p:spPr>
          <a:xfrm>
            <a:off x="5687568" y="3904488"/>
            <a:ext cx="91440" cy="0"/>
          </a:xfrm>
          <a:prstGeom prst="line">
            <a:avLst/>
          </a:prstGeom>
          <a:noFill/>
          <a:ln w="10795">
            <a:solidFill>
              <a:srgbClr val="FF5B00"/>
            </a:solidFill>
            <a:prstDash val="solid"/>
          </a:ln>
        </p:spPr>
      </p:sp>
      <p:sp>
        <p:nvSpPr>
          <p:cNvPr id="247" name="Shape 242"/>
          <p:cNvSpPr/>
          <p:nvPr/>
        </p:nvSpPr>
        <p:spPr>
          <a:xfrm>
            <a:off x="5687568" y="5230368"/>
            <a:ext cx="91440" cy="0"/>
          </a:xfrm>
          <a:prstGeom prst="line">
            <a:avLst/>
          </a:prstGeom>
          <a:noFill/>
          <a:ln w="10795">
            <a:solidFill>
              <a:srgbClr val="FF5B00"/>
            </a:solidFill>
            <a:prstDash val="solid"/>
          </a:ln>
        </p:spPr>
      </p:sp>
      <p:sp>
        <p:nvSpPr>
          <p:cNvPr id="248" name="Shape 243"/>
          <p:cNvSpPr/>
          <p:nvPr/>
        </p:nvSpPr>
        <p:spPr>
          <a:xfrm>
            <a:off x="5852160" y="3904488"/>
            <a:ext cx="91440" cy="0"/>
          </a:xfrm>
          <a:prstGeom prst="line">
            <a:avLst/>
          </a:prstGeom>
          <a:noFill/>
          <a:ln w="10795">
            <a:solidFill>
              <a:srgbClr val="FF5B00"/>
            </a:solidFill>
            <a:prstDash val="solid"/>
          </a:ln>
        </p:spPr>
      </p:sp>
      <p:sp>
        <p:nvSpPr>
          <p:cNvPr id="249" name="Shape 244"/>
          <p:cNvSpPr/>
          <p:nvPr/>
        </p:nvSpPr>
        <p:spPr>
          <a:xfrm>
            <a:off x="5852160" y="5230368"/>
            <a:ext cx="91440" cy="0"/>
          </a:xfrm>
          <a:prstGeom prst="line">
            <a:avLst/>
          </a:prstGeom>
          <a:noFill/>
          <a:ln w="10795">
            <a:solidFill>
              <a:srgbClr val="FF5B00"/>
            </a:solidFill>
            <a:prstDash val="solid"/>
          </a:ln>
        </p:spPr>
      </p:sp>
      <p:sp>
        <p:nvSpPr>
          <p:cNvPr id="250" name="Shape 245"/>
          <p:cNvSpPr/>
          <p:nvPr/>
        </p:nvSpPr>
        <p:spPr>
          <a:xfrm>
            <a:off x="6016752" y="3904488"/>
            <a:ext cx="91440" cy="0"/>
          </a:xfrm>
          <a:prstGeom prst="line">
            <a:avLst/>
          </a:prstGeom>
          <a:noFill/>
          <a:ln w="10795">
            <a:solidFill>
              <a:srgbClr val="FF5B00"/>
            </a:solidFill>
            <a:prstDash val="solid"/>
          </a:ln>
        </p:spPr>
      </p:sp>
      <p:sp>
        <p:nvSpPr>
          <p:cNvPr id="251" name="Shape 246"/>
          <p:cNvSpPr/>
          <p:nvPr/>
        </p:nvSpPr>
        <p:spPr>
          <a:xfrm>
            <a:off x="6016752" y="5230368"/>
            <a:ext cx="91440" cy="0"/>
          </a:xfrm>
          <a:prstGeom prst="line">
            <a:avLst/>
          </a:prstGeom>
          <a:noFill/>
          <a:ln w="10795">
            <a:solidFill>
              <a:srgbClr val="FF5B00"/>
            </a:solidFill>
            <a:prstDash val="solid"/>
          </a:ln>
        </p:spPr>
      </p:sp>
      <p:sp>
        <p:nvSpPr>
          <p:cNvPr id="252" name="Shape 247"/>
          <p:cNvSpPr/>
          <p:nvPr/>
        </p:nvSpPr>
        <p:spPr>
          <a:xfrm>
            <a:off x="6181344" y="3904488"/>
            <a:ext cx="91440" cy="0"/>
          </a:xfrm>
          <a:prstGeom prst="line">
            <a:avLst/>
          </a:prstGeom>
          <a:noFill/>
          <a:ln w="10795">
            <a:solidFill>
              <a:srgbClr val="FF5B00"/>
            </a:solidFill>
            <a:prstDash val="solid"/>
          </a:ln>
        </p:spPr>
      </p:sp>
      <p:sp>
        <p:nvSpPr>
          <p:cNvPr id="253" name="Shape 248"/>
          <p:cNvSpPr/>
          <p:nvPr/>
        </p:nvSpPr>
        <p:spPr>
          <a:xfrm>
            <a:off x="6181344" y="5230368"/>
            <a:ext cx="91440" cy="0"/>
          </a:xfrm>
          <a:prstGeom prst="line">
            <a:avLst/>
          </a:prstGeom>
          <a:noFill/>
          <a:ln w="10795">
            <a:solidFill>
              <a:srgbClr val="FF5B00"/>
            </a:solidFill>
            <a:prstDash val="solid"/>
          </a:ln>
        </p:spPr>
      </p:sp>
      <p:sp>
        <p:nvSpPr>
          <p:cNvPr id="254" name="Shape 249"/>
          <p:cNvSpPr/>
          <p:nvPr/>
        </p:nvSpPr>
        <p:spPr>
          <a:xfrm>
            <a:off x="6345936" y="3904488"/>
            <a:ext cx="91440" cy="0"/>
          </a:xfrm>
          <a:prstGeom prst="line">
            <a:avLst/>
          </a:prstGeom>
          <a:noFill/>
          <a:ln w="10795">
            <a:solidFill>
              <a:srgbClr val="FF5B00"/>
            </a:solidFill>
            <a:prstDash val="solid"/>
          </a:ln>
        </p:spPr>
      </p:sp>
      <p:sp>
        <p:nvSpPr>
          <p:cNvPr id="255" name="Shape 250"/>
          <p:cNvSpPr/>
          <p:nvPr/>
        </p:nvSpPr>
        <p:spPr>
          <a:xfrm>
            <a:off x="6345936" y="5230368"/>
            <a:ext cx="91440" cy="0"/>
          </a:xfrm>
          <a:prstGeom prst="line">
            <a:avLst/>
          </a:prstGeom>
          <a:noFill/>
          <a:ln w="10795">
            <a:solidFill>
              <a:srgbClr val="FF5B00"/>
            </a:solidFill>
            <a:prstDash val="solid"/>
          </a:ln>
        </p:spPr>
      </p:sp>
      <p:sp>
        <p:nvSpPr>
          <p:cNvPr id="256" name="Shape 251"/>
          <p:cNvSpPr/>
          <p:nvPr/>
        </p:nvSpPr>
        <p:spPr>
          <a:xfrm>
            <a:off x="6510528" y="3904488"/>
            <a:ext cx="91440" cy="0"/>
          </a:xfrm>
          <a:prstGeom prst="line">
            <a:avLst/>
          </a:prstGeom>
          <a:noFill/>
          <a:ln w="10795">
            <a:solidFill>
              <a:srgbClr val="FF5B00"/>
            </a:solidFill>
            <a:prstDash val="solid"/>
          </a:ln>
        </p:spPr>
      </p:sp>
      <p:sp>
        <p:nvSpPr>
          <p:cNvPr id="257" name="Shape 252"/>
          <p:cNvSpPr/>
          <p:nvPr/>
        </p:nvSpPr>
        <p:spPr>
          <a:xfrm>
            <a:off x="6510528" y="5230368"/>
            <a:ext cx="91440" cy="0"/>
          </a:xfrm>
          <a:prstGeom prst="line">
            <a:avLst/>
          </a:prstGeom>
          <a:noFill/>
          <a:ln w="10795">
            <a:solidFill>
              <a:srgbClr val="FF5B00"/>
            </a:solidFill>
            <a:prstDash val="solid"/>
          </a:ln>
        </p:spPr>
      </p:sp>
      <p:sp>
        <p:nvSpPr>
          <p:cNvPr id="258" name="Shape 253"/>
          <p:cNvSpPr/>
          <p:nvPr/>
        </p:nvSpPr>
        <p:spPr>
          <a:xfrm>
            <a:off x="6675120" y="3904488"/>
            <a:ext cx="91440" cy="0"/>
          </a:xfrm>
          <a:prstGeom prst="line">
            <a:avLst/>
          </a:prstGeom>
          <a:noFill/>
          <a:ln w="10795">
            <a:solidFill>
              <a:srgbClr val="FF5B00"/>
            </a:solidFill>
            <a:prstDash val="solid"/>
          </a:ln>
        </p:spPr>
      </p:sp>
      <p:sp>
        <p:nvSpPr>
          <p:cNvPr id="259" name="Shape 254"/>
          <p:cNvSpPr/>
          <p:nvPr/>
        </p:nvSpPr>
        <p:spPr>
          <a:xfrm>
            <a:off x="6675120" y="5230368"/>
            <a:ext cx="91440" cy="0"/>
          </a:xfrm>
          <a:prstGeom prst="line">
            <a:avLst/>
          </a:prstGeom>
          <a:noFill/>
          <a:ln w="10795">
            <a:solidFill>
              <a:srgbClr val="FF5B00"/>
            </a:solidFill>
            <a:prstDash val="solid"/>
          </a:ln>
        </p:spPr>
      </p:sp>
      <p:sp>
        <p:nvSpPr>
          <p:cNvPr id="260" name="Shape 255"/>
          <p:cNvSpPr/>
          <p:nvPr/>
        </p:nvSpPr>
        <p:spPr>
          <a:xfrm>
            <a:off x="6839712" y="3904488"/>
            <a:ext cx="91440" cy="0"/>
          </a:xfrm>
          <a:prstGeom prst="line">
            <a:avLst/>
          </a:prstGeom>
          <a:noFill/>
          <a:ln w="10795">
            <a:solidFill>
              <a:srgbClr val="FF5B00"/>
            </a:solidFill>
            <a:prstDash val="solid"/>
          </a:ln>
        </p:spPr>
      </p:sp>
      <p:sp>
        <p:nvSpPr>
          <p:cNvPr id="261" name="Shape 256"/>
          <p:cNvSpPr/>
          <p:nvPr/>
        </p:nvSpPr>
        <p:spPr>
          <a:xfrm>
            <a:off x="6839712" y="5230368"/>
            <a:ext cx="91440" cy="0"/>
          </a:xfrm>
          <a:prstGeom prst="line">
            <a:avLst/>
          </a:prstGeom>
          <a:noFill/>
          <a:ln w="10795">
            <a:solidFill>
              <a:srgbClr val="FF5B00"/>
            </a:solidFill>
            <a:prstDash val="solid"/>
          </a:ln>
        </p:spPr>
      </p:sp>
      <p:sp>
        <p:nvSpPr>
          <p:cNvPr id="262" name="Shape 257"/>
          <p:cNvSpPr/>
          <p:nvPr/>
        </p:nvSpPr>
        <p:spPr>
          <a:xfrm>
            <a:off x="7004304" y="3904488"/>
            <a:ext cx="91440" cy="0"/>
          </a:xfrm>
          <a:prstGeom prst="line">
            <a:avLst/>
          </a:prstGeom>
          <a:noFill/>
          <a:ln w="10795">
            <a:solidFill>
              <a:srgbClr val="FF5B00"/>
            </a:solidFill>
            <a:prstDash val="solid"/>
          </a:ln>
        </p:spPr>
      </p:sp>
      <p:sp>
        <p:nvSpPr>
          <p:cNvPr id="263" name="Shape 258"/>
          <p:cNvSpPr/>
          <p:nvPr/>
        </p:nvSpPr>
        <p:spPr>
          <a:xfrm>
            <a:off x="7004304" y="5230368"/>
            <a:ext cx="91440" cy="0"/>
          </a:xfrm>
          <a:prstGeom prst="line">
            <a:avLst/>
          </a:prstGeom>
          <a:noFill/>
          <a:ln w="10795">
            <a:solidFill>
              <a:srgbClr val="FF5B00"/>
            </a:solidFill>
            <a:prstDash val="solid"/>
          </a:ln>
        </p:spPr>
      </p:sp>
      <p:sp>
        <p:nvSpPr>
          <p:cNvPr id="264" name="Shape 259"/>
          <p:cNvSpPr/>
          <p:nvPr/>
        </p:nvSpPr>
        <p:spPr>
          <a:xfrm>
            <a:off x="7168896" y="3904488"/>
            <a:ext cx="91440" cy="0"/>
          </a:xfrm>
          <a:prstGeom prst="line">
            <a:avLst/>
          </a:prstGeom>
          <a:noFill/>
          <a:ln w="10795">
            <a:solidFill>
              <a:srgbClr val="FF5B00"/>
            </a:solidFill>
            <a:prstDash val="solid"/>
          </a:ln>
        </p:spPr>
      </p:sp>
      <p:sp>
        <p:nvSpPr>
          <p:cNvPr id="265" name="Shape 260"/>
          <p:cNvSpPr/>
          <p:nvPr/>
        </p:nvSpPr>
        <p:spPr>
          <a:xfrm>
            <a:off x="7168896" y="5230368"/>
            <a:ext cx="91440" cy="0"/>
          </a:xfrm>
          <a:prstGeom prst="line">
            <a:avLst/>
          </a:prstGeom>
          <a:noFill/>
          <a:ln w="10795">
            <a:solidFill>
              <a:srgbClr val="FF5B00"/>
            </a:solidFill>
            <a:prstDash val="solid"/>
          </a:ln>
        </p:spPr>
      </p:sp>
      <p:sp>
        <p:nvSpPr>
          <p:cNvPr id="266" name="Shape 261"/>
          <p:cNvSpPr/>
          <p:nvPr/>
        </p:nvSpPr>
        <p:spPr>
          <a:xfrm>
            <a:off x="7333488" y="3904488"/>
            <a:ext cx="91440" cy="0"/>
          </a:xfrm>
          <a:prstGeom prst="line">
            <a:avLst/>
          </a:prstGeom>
          <a:noFill/>
          <a:ln w="10795">
            <a:solidFill>
              <a:srgbClr val="FF5B00"/>
            </a:solidFill>
            <a:prstDash val="solid"/>
          </a:ln>
        </p:spPr>
      </p:sp>
      <p:sp>
        <p:nvSpPr>
          <p:cNvPr id="267" name="Shape 262"/>
          <p:cNvSpPr/>
          <p:nvPr/>
        </p:nvSpPr>
        <p:spPr>
          <a:xfrm>
            <a:off x="7333488" y="5230368"/>
            <a:ext cx="91440" cy="0"/>
          </a:xfrm>
          <a:prstGeom prst="line">
            <a:avLst/>
          </a:prstGeom>
          <a:noFill/>
          <a:ln w="10795">
            <a:solidFill>
              <a:srgbClr val="FF5B00"/>
            </a:solidFill>
            <a:prstDash val="solid"/>
          </a:ln>
        </p:spPr>
      </p:sp>
      <p:sp>
        <p:nvSpPr>
          <p:cNvPr id="268" name="Shape 263"/>
          <p:cNvSpPr/>
          <p:nvPr/>
        </p:nvSpPr>
        <p:spPr>
          <a:xfrm>
            <a:off x="7498080" y="3904488"/>
            <a:ext cx="91440" cy="0"/>
          </a:xfrm>
          <a:prstGeom prst="line">
            <a:avLst/>
          </a:prstGeom>
          <a:noFill/>
          <a:ln w="10795">
            <a:solidFill>
              <a:srgbClr val="FF5B00"/>
            </a:solidFill>
            <a:prstDash val="solid"/>
          </a:ln>
        </p:spPr>
      </p:sp>
      <p:sp>
        <p:nvSpPr>
          <p:cNvPr id="269" name="Shape 264"/>
          <p:cNvSpPr/>
          <p:nvPr/>
        </p:nvSpPr>
        <p:spPr>
          <a:xfrm>
            <a:off x="7498080" y="5230368"/>
            <a:ext cx="91440" cy="0"/>
          </a:xfrm>
          <a:prstGeom prst="line">
            <a:avLst/>
          </a:prstGeom>
          <a:noFill/>
          <a:ln w="10795">
            <a:solidFill>
              <a:srgbClr val="FF5B00"/>
            </a:solidFill>
            <a:prstDash val="solid"/>
          </a:ln>
        </p:spPr>
      </p:sp>
      <p:sp>
        <p:nvSpPr>
          <p:cNvPr id="270" name="Shape 265"/>
          <p:cNvSpPr/>
          <p:nvPr/>
        </p:nvSpPr>
        <p:spPr>
          <a:xfrm>
            <a:off x="7662672" y="3904488"/>
            <a:ext cx="91440" cy="0"/>
          </a:xfrm>
          <a:prstGeom prst="line">
            <a:avLst/>
          </a:prstGeom>
          <a:noFill/>
          <a:ln w="10795">
            <a:solidFill>
              <a:srgbClr val="FF5B00"/>
            </a:solidFill>
            <a:prstDash val="solid"/>
          </a:ln>
        </p:spPr>
      </p:sp>
      <p:sp>
        <p:nvSpPr>
          <p:cNvPr id="271" name="Shape 266"/>
          <p:cNvSpPr/>
          <p:nvPr/>
        </p:nvSpPr>
        <p:spPr>
          <a:xfrm>
            <a:off x="7662672" y="5230368"/>
            <a:ext cx="91440" cy="0"/>
          </a:xfrm>
          <a:prstGeom prst="line">
            <a:avLst/>
          </a:prstGeom>
          <a:noFill/>
          <a:ln w="10795">
            <a:solidFill>
              <a:srgbClr val="FF5B00"/>
            </a:solidFill>
            <a:prstDash val="solid"/>
          </a:ln>
        </p:spPr>
      </p:sp>
      <p:sp>
        <p:nvSpPr>
          <p:cNvPr id="272" name="Shape 267"/>
          <p:cNvSpPr/>
          <p:nvPr/>
        </p:nvSpPr>
        <p:spPr>
          <a:xfrm>
            <a:off x="4389120" y="4050792"/>
            <a:ext cx="0" cy="91440"/>
          </a:xfrm>
          <a:prstGeom prst="line">
            <a:avLst/>
          </a:prstGeom>
          <a:noFill/>
          <a:ln w="10795">
            <a:solidFill>
              <a:srgbClr val="FF5B00"/>
            </a:solidFill>
            <a:prstDash val="solid"/>
          </a:ln>
        </p:spPr>
      </p:sp>
      <p:sp>
        <p:nvSpPr>
          <p:cNvPr id="273" name="Shape 268"/>
          <p:cNvSpPr/>
          <p:nvPr/>
        </p:nvSpPr>
        <p:spPr>
          <a:xfrm>
            <a:off x="7909560" y="4050792"/>
            <a:ext cx="0" cy="91440"/>
          </a:xfrm>
          <a:prstGeom prst="line">
            <a:avLst/>
          </a:prstGeom>
          <a:noFill/>
          <a:ln w="10795">
            <a:solidFill>
              <a:srgbClr val="FF5B00"/>
            </a:solidFill>
            <a:prstDash val="solid"/>
          </a:ln>
        </p:spPr>
      </p:sp>
      <p:sp>
        <p:nvSpPr>
          <p:cNvPr id="274" name="Shape 269"/>
          <p:cNvSpPr/>
          <p:nvPr/>
        </p:nvSpPr>
        <p:spPr>
          <a:xfrm>
            <a:off x="4389120" y="4215384"/>
            <a:ext cx="0" cy="91440"/>
          </a:xfrm>
          <a:prstGeom prst="line">
            <a:avLst/>
          </a:prstGeom>
          <a:noFill/>
          <a:ln w="10795">
            <a:solidFill>
              <a:srgbClr val="FF5B00"/>
            </a:solidFill>
            <a:prstDash val="solid"/>
          </a:ln>
        </p:spPr>
      </p:sp>
      <p:sp>
        <p:nvSpPr>
          <p:cNvPr id="275" name="Shape 270"/>
          <p:cNvSpPr/>
          <p:nvPr/>
        </p:nvSpPr>
        <p:spPr>
          <a:xfrm>
            <a:off x="7909560" y="4215384"/>
            <a:ext cx="0" cy="91440"/>
          </a:xfrm>
          <a:prstGeom prst="line">
            <a:avLst/>
          </a:prstGeom>
          <a:noFill/>
          <a:ln w="10795">
            <a:solidFill>
              <a:srgbClr val="FF5B00"/>
            </a:solidFill>
            <a:prstDash val="solid"/>
          </a:ln>
        </p:spPr>
      </p:sp>
      <p:sp>
        <p:nvSpPr>
          <p:cNvPr id="276" name="Shape 271"/>
          <p:cNvSpPr/>
          <p:nvPr/>
        </p:nvSpPr>
        <p:spPr>
          <a:xfrm>
            <a:off x="4389120" y="4379976"/>
            <a:ext cx="0" cy="91440"/>
          </a:xfrm>
          <a:prstGeom prst="line">
            <a:avLst/>
          </a:prstGeom>
          <a:noFill/>
          <a:ln w="10795">
            <a:solidFill>
              <a:srgbClr val="FF5B00"/>
            </a:solidFill>
            <a:prstDash val="solid"/>
          </a:ln>
        </p:spPr>
      </p:sp>
      <p:sp>
        <p:nvSpPr>
          <p:cNvPr id="277" name="Shape 272"/>
          <p:cNvSpPr/>
          <p:nvPr/>
        </p:nvSpPr>
        <p:spPr>
          <a:xfrm>
            <a:off x="7909560" y="4379976"/>
            <a:ext cx="0" cy="91440"/>
          </a:xfrm>
          <a:prstGeom prst="line">
            <a:avLst/>
          </a:prstGeom>
          <a:noFill/>
          <a:ln w="10795">
            <a:solidFill>
              <a:srgbClr val="FF5B00"/>
            </a:solidFill>
            <a:prstDash val="solid"/>
          </a:ln>
        </p:spPr>
      </p:sp>
      <p:sp>
        <p:nvSpPr>
          <p:cNvPr id="278" name="Shape 273"/>
          <p:cNvSpPr/>
          <p:nvPr/>
        </p:nvSpPr>
        <p:spPr>
          <a:xfrm>
            <a:off x="4389120" y="4544568"/>
            <a:ext cx="0" cy="91440"/>
          </a:xfrm>
          <a:prstGeom prst="line">
            <a:avLst/>
          </a:prstGeom>
          <a:noFill/>
          <a:ln w="10795">
            <a:solidFill>
              <a:srgbClr val="FF5B00"/>
            </a:solidFill>
            <a:prstDash val="solid"/>
          </a:ln>
        </p:spPr>
      </p:sp>
      <p:sp>
        <p:nvSpPr>
          <p:cNvPr id="279" name="Shape 274"/>
          <p:cNvSpPr/>
          <p:nvPr/>
        </p:nvSpPr>
        <p:spPr>
          <a:xfrm>
            <a:off x="7909560" y="4544568"/>
            <a:ext cx="0" cy="91440"/>
          </a:xfrm>
          <a:prstGeom prst="line">
            <a:avLst/>
          </a:prstGeom>
          <a:noFill/>
          <a:ln w="10795">
            <a:solidFill>
              <a:srgbClr val="FF5B00"/>
            </a:solidFill>
            <a:prstDash val="solid"/>
          </a:ln>
        </p:spPr>
      </p:sp>
      <p:sp>
        <p:nvSpPr>
          <p:cNvPr id="280" name="Shape 275"/>
          <p:cNvSpPr/>
          <p:nvPr/>
        </p:nvSpPr>
        <p:spPr>
          <a:xfrm>
            <a:off x="4389120" y="4709160"/>
            <a:ext cx="0" cy="91440"/>
          </a:xfrm>
          <a:prstGeom prst="line">
            <a:avLst/>
          </a:prstGeom>
          <a:noFill/>
          <a:ln w="10795">
            <a:solidFill>
              <a:srgbClr val="FF5B00"/>
            </a:solidFill>
            <a:prstDash val="solid"/>
          </a:ln>
        </p:spPr>
      </p:sp>
      <p:sp>
        <p:nvSpPr>
          <p:cNvPr id="281" name="Shape 276"/>
          <p:cNvSpPr/>
          <p:nvPr/>
        </p:nvSpPr>
        <p:spPr>
          <a:xfrm>
            <a:off x="7909560" y="4709160"/>
            <a:ext cx="0" cy="91440"/>
          </a:xfrm>
          <a:prstGeom prst="line">
            <a:avLst/>
          </a:prstGeom>
          <a:noFill/>
          <a:ln w="10795">
            <a:solidFill>
              <a:srgbClr val="FF5B00"/>
            </a:solidFill>
            <a:prstDash val="solid"/>
          </a:ln>
        </p:spPr>
      </p:sp>
      <p:sp>
        <p:nvSpPr>
          <p:cNvPr id="282" name="Shape 277"/>
          <p:cNvSpPr/>
          <p:nvPr/>
        </p:nvSpPr>
        <p:spPr>
          <a:xfrm>
            <a:off x="4389120" y="4873752"/>
            <a:ext cx="0" cy="91440"/>
          </a:xfrm>
          <a:prstGeom prst="line">
            <a:avLst/>
          </a:prstGeom>
          <a:noFill/>
          <a:ln w="10795">
            <a:solidFill>
              <a:srgbClr val="FF5B00"/>
            </a:solidFill>
            <a:prstDash val="solid"/>
          </a:ln>
        </p:spPr>
      </p:sp>
      <p:sp>
        <p:nvSpPr>
          <p:cNvPr id="283" name="Shape 278"/>
          <p:cNvSpPr/>
          <p:nvPr/>
        </p:nvSpPr>
        <p:spPr>
          <a:xfrm>
            <a:off x="7909560" y="4873752"/>
            <a:ext cx="0" cy="91440"/>
          </a:xfrm>
          <a:prstGeom prst="line">
            <a:avLst/>
          </a:prstGeom>
          <a:noFill/>
          <a:ln w="10795">
            <a:solidFill>
              <a:srgbClr val="FF5B00"/>
            </a:solidFill>
            <a:prstDash val="solid"/>
          </a:ln>
        </p:spPr>
      </p:sp>
      <p:sp>
        <p:nvSpPr>
          <p:cNvPr id="284" name="Shape 279"/>
          <p:cNvSpPr/>
          <p:nvPr/>
        </p:nvSpPr>
        <p:spPr>
          <a:xfrm>
            <a:off x="4389120" y="5038344"/>
            <a:ext cx="0" cy="64008"/>
          </a:xfrm>
          <a:prstGeom prst="line">
            <a:avLst/>
          </a:prstGeom>
          <a:noFill/>
          <a:ln w="10795">
            <a:solidFill>
              <a:srgbClr val="FF5B00"/>
            </a:solidFill>
            <a:prstDash val="solid"/>
          </a:ln>
        </p:spPr>
      </p:sp>
      <p:sp>
        <p:nvSpPr>
          <p:cNvPr id="285" name="Shape 280"/>
          <p:cNvSpPr/>
          <p:nvPr/>
        </p:nvSpPr>
        <p:spPr>
          <a:xfrm>
            <a:off x="7909560" y="5038344"/>
            <a:ext cx="0" cy="64008"/>
          </a:xfrm>
          <a:prstGeom prst="line">
            <a:avLst/>
          </a:prstGeom>
          <a:noFill/>
          <a:ln w="10795">
            <a:solidFill>
              <a:srgbClr val="FF5B00"/>
            </a:solidFill>
            <a:prstDash val="solid"/>
          </a:ln>
        </p:spPr>
      </p:sp>
      <p:sp>
        <p:nvSpPr>
          <p:cNvPr id="286" name="Text 281"/>
          <p:cNvSpPr/>
          <p:nvPr/>
        </p:nvSpPr>
        <p:spPr>
          <a:xfrm>
            <a:off x="5669280" y="4032504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20" b="1" dirty="0">
                <a:solidFill>
                  <a:schemeClr val="tx1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dim = 16</a:t>
            </a:r>
            <a:endParaRPr lang="en-US" sz="1520" b="1" dirty="0">
              <a:solidFill>
                <a:schemeClr val="tx1"/>
              </a:solidFill>
              <a:latin typeface="Times New Roman" panose="02020503050405090304" pitchFamily="34" charset="0"/>
              <a:ea typeface="Times New Roman" panose="02020503050405090304" pitchFamily="34" charset="-122"/>
              <a:cs typeface="Times New Roman" panose="02020503050405090304" pitchFamily="34" charset="-120"/>
            </a:endParaRPr>
          </a:p>
        </p:txBody>
      </p:sp>
      <p:sp>
        <p:nvSpPr>
          <p:cNvPr id="287" name="Shape 282"/>
          <p:cNvSpPr/>
          <p:nvPr/>
        </p:nvSpPr>
        <p:spPr>
          <a:xfrm>
            <a:off x="5166360" y="4370832"/>
            <a:ext cx="228600" cy="155448"/>
          </a:xfrm>
          <a:prstGeom prst="roundRect">
            <a:avLst>
              <a:gd name="adj" fmla="val 14706"/>
            </a:avLst>
          </a:prstGeom>
          <a:solidFill>
            <a:srgbClr val="FF5B00"/>
          </a:solidFill>
          <a:ln w="2540">
            <a:solidFill>
              <a:srgbClr val="FF5B00"/>
            </a:solidFill>
            <a:prstDash val="solid"/>
          </a:ln>
        </p:spPr>
      </p:sp>
      <p:sp>
        <p:nvSpPr>
          <p:cNvPr id="288" name="Shape 283"/>
          <p:cNvSpPr/>
          <p:nvPr/>
        </p:nvSpPr>
        <p:spPr>
          <a:xfrm>
            <a:off x="5458968" y="4370832"/>
            <a:ext cx="228600" cy="155448"/>
          </a:xfrm>
          <a:prstGeom prst="roundRect">
            <a:avLst>
              <a:gd name="adj" fmla="val 14706"/>
            </a:avLst>
          </a:prstGeom>
          <a:solidFill>
            <a:srgbClr val="FF5B00"/>
          </a:solidFill>
          <a:ln w="2540">
            <a:solidFill>
              <a:srgbClr val="FF5B00"/>
            </a:solidFill>
            <a:prstDash val="solid"/>
          </a:ln>
        </p:spPr>
      </p:sp>
      <p:sp>
        <p:nvSpPr>
          <p:cNvPr id="289" name="Shape 284"/>
          <p:cNvSpPr/>
          <p:nvPr/>
        </p:nvSpPr>
        <p:spPr>
          <a:xfrm>
            <a:off x="5751576" y="4370832"/>
            <a:ext cx="228600" cy="155448"/>
          </a:xfrm>
          <a:prstGeom prst="roundRect">
            <a:avLst>
              <a:gd name="adj" fmla="val 14706"/>
            </a:avLst>
          </a:prstGeom>
          <a:solidFill>
            <a:srgbClr val="FF5B00"/>
          </a:solidFill>
          <a:ln w="2540">
            <a:solidFill>
              <a:srgbClr val="FF5B00"/>
            </a:solidFill>
            <a:prstDash val="solid"/>
          </a:ln>
        </p:spPr>
      </p:sp>
      <p:sp>
        <p:nvSpPr>
          <p:cNvPr id="292" name="Shape 287"/>
          <p:cNvSpPr/>
          <p:nvPr/>
        </p:nvSpPr>
        <p:spPr>
          <a:xfrm>
            <a:off x="6583807" y="4370832"/>
            <a:ext cx="228600" cy="155448"/>
          </a:xfrm>
          <a:prstGeom prst="roundRect">
            <a:avLst>
              <a:gd name="adj" fmla="val 14706"/>
            </a:avLst>
          </a:prstGeom>
          <a:solidFill>
            <a:srgbClr val="FF5B00">
              <a:alpha val="55000"/>
            </a:srgbClr>
          </a:solidFill>
          <a:ln w="2540">
            <a:solidFill>
              <a:srgbClr val="FF5B00"/>
            </a:solidFill>
            <a:prstDash val="solid"/>
          </a:ln>
        </p:spPr>
      </p:sp>
      <p:sp>
        <p:nvSpPr>
          <p:cNvPr id="293" name="Text 288"/>
          <p:cNvSpPr/>
          <p:nvPr/>
        </p:nvSpPr>
        <p:spPr>
          <a:xfrm>
            <a:off x="6053455" y="4375150"/>
            <a:ext cx="41148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600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5B00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....</a:t>
            </a:r>
            <a:endParaRPr lang="en-US" sz="1600" dirty="0"/>
          </a:p>
        </p:txBody>
      </p:sp>
      <p:sp>
        <p:nvSpPr>
          <p:cNvPr id="294" name="Text 289"/>
          <p:cNvSpPr/>
          <p:nvPr/>
        </p:nvSpPr>
        <p:spPr>
          <a:xfrm>
            <a:off x="4480560" y="4809490"/>
            <a:ext cx="333756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11111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Low-dimensional</a:t>
            </a:r>
            <a:r>
              <a:rPr lang="en-US" dirty="0">
                <a:solidFill>
                  <a:srgbClr val="111111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  <a:sym typeface="+mn-ea"/>
              </a:rPr>
              <a:t>(Compact)</a:t>
            </a:r>
            <a:endParaRPr lang="en-US" dirty="0">
              <a:solidFill>
                <a:srgbClr val="111111"/>
              </a:solidFill>
              <a:latin typeface="Times New Roman" panose="02020503050405090304" pitchFamily="34" charset="0"/>
              <a:ea typeface="Times New Roman" panose="02020503050405090304" pitchFamily="34" charset="-122"/>
              <a:cs typeface="Times New Roman" panose="02020503050405090304" pitchFamily="34" charset="-120"/>
            </a:endParaRPr>
          </a:p>
          <a:p>
            <a:pPr marL="0" indent="0" algn="ctr">
              <a:buNone/>
            </a:pPr>
            <a:endParaRPr lang="en-US" dirty="0">
              <a:solidFill>
                <a:srgbClr val="111111"/>
              </a:solidFill>
              <a:latin typeface="Times New Roman" panose="02020503050405090304" pitchFamily="34" charset="0"/>
              <a:ea typeface="Times New Roman" panose="02020503050405090304" pitchFamily="34" charset="-122"/>
              <a:cs typeface="Times New Roman" panose="02020503050405090304" pitchFamily="34" charset="-120"/>
            </a:endParaRPr>
          </a:p>
        </p:txBody>
      </p:sp>
      <p:sp>
        <p:nvSpPr>
          <p:cNvPr id="295" name="Text 290"/>
          <p:cNvSpPr/>
          <p:nvPr/>
        </p:nvSpPr>
        <p:spPr>
          <a:xfrm>
            <a:off x="4467860" y="4910328"/>
            <a:ext cx="333756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endParaRPr lang="en-US" sz="1600" dirty="0">
              <a:solidFill>
                <a:srgbClr val="111111"/>
              </a:solidFill>
              <a:latin typeface="Times New Roman" panose="02020503050405090304" pitchFamily="34" charset="0"/>
              <a:ea typeface="Times New Roman" panose="02020503050405090304" pitchFamily="34" charset="-122"/>
              <a:cs typeface="Times New Roman" panose="02020503050405090304" pitchFamily="34" charset="-120"/>
            </a:endParaRPr>
          </a:p>
        </p:txBody>
      </p:sp>
      <p:sp>
        <p:nvSpPr>
          <p:cNvPr id="296" name="Shape 291"/>
          <p:cNvSpPr/>
          <p:nvPr/>
        </p:nvSpPr>
        <p:spPr>
          <a:xfrm>
            <a:off x="8046720" y="1426464"/>
            <a:ext cx="347472" cy="0"/>
          </a:xfrm>
          <a:prstGeom prst="line">
            <a:avLst/>
          </a:prstGeom>
          <a:noFill/>
          <a:ln w="25400">
            <a:solidFill>
              <a:srgbClr val="1E5FC7"/>
            </a:solidFill>
            <a:prstDash val="solid"/>
            <a:tailEnd type="triangle"/>
          </a:ln>
        </p:spPr>
      </p:sp>
      <p:sp>
        <p:nvSpPr>
          <p:cNvPr id="297" name="Shape 292"/>
          <p:cNvSpPr/>
          <p:nvPr/>
        </p:nvSpPr>
        <p:spPr>
          <a:xfrm>
            <a:off x="8046720" y="2962656"/>
            <a:ext cx="347472" cy="0"/>
          </a:xfrm>
          <a:prstGeom prst="line">
            <a:avLst/>
          </a:prstGeom>
          <a:noFill/>
          <a:ln w="25400">
            <a:solidFill>
              <a:srgbClr val="2E8B23"/>
            </a:solidFill>
            <a:prstDash val="solid"/>
            <a:tailEnd type="triangle"/>
          </a:ln>
        </p:spPr>
      </p:sp>
      <p:sp>
        <p:nvSpPr>
          <p:cNvPr id="298" name="Shape 293"/>
          <p:cNvSpPr/>
          <p:nvPr/>
        </p:nvSpPr>
        <p:spPr>
          <a:xfrm>
            <a:off x="8046720" y="4480560"/>
            <a:ext cx="347472" cy="0"/>
          </a:xfrm>
          <a:prstGeom prst="line">
            <a:avLst/>
          </a:prstGeom>
          <a:noFill/>
          <a:ln w="25400">
            <a:solidFill>
              <a:srgbClr val="FF5B00"/>
            </a:solidFill>
            <a:prstDash val="solid"/>
            <a:tailEnd type="triangle"/>
          </a:ln>
        </p:spPr>
      </p:sp>
      <p:sp>
        <p:nvSpPr>
          <p:cNvPr id="299" name="Shape 294"/>
          <p:cNvSpPr/>
          <p:nvPr/>
        </p:nvSpPr>
        <p:spPr>
          <a:xfrm>
            <a:off x="8576945" y="863600"/>
            <a:ext cx="3547745" cy="1327150"/>
          </a:xfrm>
          <a:prstGeom prst="roundRect">
            <a:avLst>
              <a:gd name="adj" fmla="val 7927"/>
            </a:avLst>
          </a:prstGeom>
          <a:solidFill>
            <a:srgbClr val="F8FBFF"/>
          </a:solidFill>
          <a:ln w="6985">
            <a:solidFill>
              <a:srgbClr val="1E5FC7"/>
            </a:solidFill>
            <a:prstDash val="solid"/>
          </a:ln>
          <a:effectLst>
            <a:outerShdw blurRad="12700" dist="50800" dir="2700000" algn="bl" rotWithShape="0">
              <a:srgbClr val="CBD5E1">
                <a:alpha val="25000"/>
              </a:srgbClr>
            </a:outerShdw>
          </a:effectLst>
        </p:spPr>
        <p:txBody>
          <a:bodyPr/>
          <a:p>
            <a:endParaRPr lang="zh-CN" altLang="en-US"/>
          </a:p>
        </p:txBody>
      </p:sp>
      <p:pic>
        <p:nvPicPr>
          <p:cNvPr id="300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96909" y="950976"/>
            <a:ext cx="713232" cy="237744"/>
          </a:xfrm>
          <a:prstGeom prst="rect">
            <a:avLst/>
          </a:prstGeom>
        </p:spPr>
      </p:pic>
      <p:pic>
        <p:nvPicPr>
          <p:cNvPr id="301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96909" y="1243711"/>
            <a:ext cx="713232" cy="237744"/>
          </a:xfrm>
          <a:prstGeom prst="rect">
            <a:avLst/>
          </a:prstGeom>
        </p:spPr>
      </p:pic>
      <p:pic>
        <p:nvPicPr>
          <p:cNvPr id="302" name="Image 5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97544" y="1556131"/>
            <a:ext cx="713232" cy="237744"/>
          </a:xfrm>
          <a:prstGeom prst="rect">
            <a:avLst/>
          </a:prstGeom>
        </p:spPr>
      </p:pic>
      <p:pic>
        <p:nvPicPr>
          <p:cNvPr id="304" name="Image 7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027541" y="1373251"/>
            <a:ext cx="585216" cy="420624"/>
          </a:xfrm>
          <a:prstGeom prst="rect">
            <a:avLst/>
          </a:prstGeom>
        </p:spPr>
      </p:pic>
      <p:pic>
        <p:nvPicPr>
          <p:cNvPr id="305" name="Image 8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048369" y="1396619"/>
            <a:ext cx="548640" cy="384048"/>
          </a:xfrm>
          <a:prstGeom prst="rect">
            <a:avLst/>
          </a:prstGeom>
        </p:spPr>
      </p:pic>
      <p:sp>
        <p:nvSpPr>
          <p:cNvPr id="306" name="Text 295"/>
          <p:cNvSpPr/>
          <p:nvPr/>
        </p:nvSpPr>
        <p:spPr>
          <a:xfrm>
            <a:off x="9674225" y="951103"/>
            <a:ext cx="16002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70" b="1" dirty="0">
                <a:solidFill>
                  <a:schemeClr val="tx1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Cloud Servers</a:t>
            </a:r>
            <a:endParaRPr lang="en-US" sz="1570" b="1" dirty="0">
              <a:solidFill>
                <a:schemeClr val="tx1"/>
              </a:solidFill>
              <a:latin typeface="Times New Roman" panose="02020503050405090304" pitchFamily="34" charset="0"/>
              <a:ea typeface="Times New Roman" panose="02020503050405090304" pitchFamily="34" charset="-122"/>
              <a:cs typeface="Times New Roman" panose="02020503050405090304" pitchFamily="34" charset="-120"/>
            </a:endParaRPr>
          </a:p>
        </p:txBody>
      </p:sp>
      <p:sp>
        <p:nvSpPr>
          <p:cNvPr id="307" name="Text 296"/>
          <p:cNvSpPr/>
          <p:nvPr/>
        </p:nvSpPr>
        <p:spPr>
          <a:xfrm>
            <a:off x="9674225" y="1221994"/>
            <a:ext cx="196596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11111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Offline Training,</a:t>
            </a:r>
            <a:endParaRPr lang="en-US" sz="1260" dirty="0"/>
          </a:p>
        </p:txBody>
      </p:sp>
      <p:sp>
        <p:nvSpPr>
          <p:cNvPr id="308" name="Text 297"/>
          <p:cNvSpPr/>
          <p:nvPr/>
        </p:nvSpPr>
        <p:spPr>
          <a:xfrm>
            <a:off x="9674225" y="1422908"/>
            <a:ext cx="196596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11111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Large-scale Analytics</a:t>
            </a:r>
            <a:endParaRPr lang="en-US" sz="1260" dirty="0"/>
          </a:p>
        </p:txBody>
      </p:sp>
      <p:sp>
        <p:nvSpPr>
          <p:cNvPr id="309" name="Shape 298"/>
          <p:cNvSpPr/>
          <p:nvPr/>
        </p:nvSpPr>
        <p:spPr>
          <a:xfrm>
            <a:off x="9674225" y="1700276"/>
            <a:ext cx="2011680" cy="0"/>
          </a:xfrm>
          <a:prstGeom prst="line">
            <a:avLst/>
          </a:prstGeom>
          <a:noFill/>
          <a:ln w="6350">
            <a:solidFill>
              <a:srgbClr val="9BA6B3">
                <a:alpha val="65000"/>
              </a:srgbClr>
            </a:solidFill>
            <a:prstDash val="solid"/>
          </a:ln>
        </p:spPr>
      </p:sp>
      <p:sp>
        <p:nvSpPr>
          <p:cNvPr id="310" name="Shape 299"/>
          <p:cNvSpPr/>
          <p:nvPr/>
        </p:nvSpPr>
        <p:spPr>
          <a:xfrm>
            <a:off x="8811158" y="1867052"/>
            <a:ext cx="80467" cy="80467"/>
          </a:xfrm>
          <a:prstGeom prst="ellipse">
            <a:avLst/>
          </a:prstGeom>
          <a:solidFill>
            <a:srgbClr val="1E5FC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1" name="Text 300"/>
          <p:cNvSpPr/>
          <p:nvPr/>
        </p:nvSpPr>
        <p:spPr>
          <a:xfrm>
            <a:off x="8979408" y="1781556"/>
            <a:ext cx="256032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11111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High accuracy requirement</a:t>
            </a:r>
            <a:endParaRPr lang="en-US" sz="1200" dirty="0"/>
          </a:p>
        </p:txBody>
      </p:sp>
      <p:sp>
        <p:nvSpPr>
          <p:cNvPr id="312" name="Shape 301"/>
          <p:cNvSpPr/>
          <p:nvPr/>
        </p:nvSpPr>
        <p:spPr>
          <a:xfrm>
            <a:off x="8811158" y="2075967"/>
            <a:ext cx="80467" cy="80467"/>
          </a:xfrm>
          <a:prstGeom prst="ellipse">
            <a:avLst/>
          </a:prstGeom>
          <a:solidFill>
            <a:srgbClr val="1E5FC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3" name="Text 302"/>
          <p:cNvSpPr/>
          <p:nvPr/>
        </p:nvSpPr>
        <p:spPr>
          <a:xfrm>
            <a:off x="8979408" y="1977771"/>
            <a:ext cx="256032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11111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Abundant computation &amp; memory</a:t>
            </a:r>
            <a:endParaRPr lang="en-US" sz="1200" dirty="0"/>
          </a:p>
        </p:txBody>
      </p:sp>
      <p:sp>
        <p:nvSpPr>
          <p:cNvPr id="314" name="Shape 303"/>
          <p:cNvSpPr/>
          <p:nvPr/>
        </p:nvSpPr>
        <p:spPr>
          <a:xfrm>
            <a:off x="8576945" y="2372360"/>
            <a:ext cx="3547745" cy="1322705"/>
          </a:xfrm>
          <a:prstGeom prst="roundRect">
            <a:avLst>
              <a:gd name="adj" fmla="val 8442"/>
            </a:avLst>
          </a:prstGeom>
          <a:solidFill>
            <a:srgbClr val="F7FCF3"/>
          </a:solidFill>
          <a:ln w="6985">
            <a:solidFill>
              <a:srgbClr val="2E8B23"/>
            </a:solidFill>
            <a:prstDash val="solid"/>
          </a:ln>
          <a:effectLst>
            <a:outerShdw blurRad="12700" dist="50800" dir="2700000" algn="bl" rotWithShape="0">
              <a:srgbClr val="CBD5E1">
                <a:alpha val="25000"/>
              </a:srgbClr>
            </a:outerShdw>
          </a:effectLst>
        </p:spPr>
      </p:sp>
      <p:sp>
        <p:nvSpPr>
          <p:cNvPr id="317" name="Text 304"/>
          <p:cNvSpPr/>
          <p:nvPr/>
        </p:nvSpPr>
        <p:spPr>
          <a:xfrm>
            <a:off x="9875520" y="2450719"/>
            <a:ext cx="16002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/>
          </a:bodyPr>
          <a:lstStyle/>
          <a:p>
            <a:pPr marL="0" indent="0" algn="l">
              <a:buNone/>
            </a:pPr>
            <a:r>
              <a:rPr lang="en-US" sz="1570" b="1" dirty="0">
                <a:solidFill>
                  <a:schemeClr val="tx1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Edge Servers / PCs</a:t>
            </a:r>
            <a:endParaRPr lang="en-US" sz="1570" b="1" dirty="0">
              <a:solidFill>
                <a:schemeClr val="tx1"/>
              </a:solidFill>
              <a:latin typeface="Times New Roman" panose="02020503050405090304" pitchFamily="34" charset="0"/>
              <a:ea typeface="Times New Roman" panose="02020503050405090304" pitchFamily="34" charset="-122"/>
              <a:cs typeface="Times New Roman" panose="02020503050405090304" pitchFamily="34" charset="-120"/>
            </a:endParaRPr>
          </a:p>
        </p:txBody>
      </p:sp>
      <p:sp>
        <p:nvSpPr>
          <p:cNvPr id="318" name="Text 305"/>
          <p:cNvSpPr/>
          <p:nvPr/>
        </p:nvSpPr>
        <p:spPr>
          <a:xfrm>
            <a:off x="9875520" y="2688590"/>
            <a:ext cx="196596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11111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Near-real-time Inference,</a:t>
            </a:r>
            <a:endParaRPr lang="en-US" sz="1260" dirty="0"/>
          </a:p>
        </p:txBody>
      </p:sp>
      <p:sp>
        <p:nvSpPr>
          <p:cNvPr id="319" name="Text 306"/>
          <p:cNvSpPr/>
          <p:nvPr/>
        </p:nvSpPr>
        <p:spPr>
          <a:xfrm>
            <a:off x="9875520" y="2889504"/>
            <a:ext cx="196596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11111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Edge Analytics</a:t>
            </a:r>
            <a:endParaRPr lang="en-US" sz="1260" dirty="0"/>
          </a:p>
        </p:txBody>
      </p:sp>
      <p:sp>
        <p:nvSpPr>
          <p:cNvPr id="320" name="Shape 307"/>
          <p:cNvSpPr/>
          <p:nvPr/>
        </p:nvSpPr>
        <p:spPr>
          <a:xfrm>
            <a:off x="9829800" y="3126867"/>
            <a:ext cx="2011680" cy="0"/>
          </a:xfrm>
          <a:prstGeom prst="line">
            <a:avLst/>
          </a:prstGeom>
          <a:noFill/>
          <a:ln w="6350">
            <a:solidFill>
              <a:srgbClr val="9BA6B3">
                <a:alpha val="65000"/>
              </a:srgbClr>
            </a:solidFill>
            <a:prstDash val="solid"/>
          </a:ln>
        </p:spPr>
      </p:sp>
      <p:sp>
        <p:nvSpPr>
          <p:cNvPr id="321" name="Shape 308"/>
          <p:cNvSpPr/>
          <p:nvPr/>
        </p:nvSpPr>
        <p:spPr>
          <a:xfrm>
            <a:off x="8811158" y="3329838"/>
            <a:ext cx="80467" cy="80467"/>
          </a:xfrm>
          <a:prstGeom prst="ellipse">
            <a:avLst/>
          </a:prstGeom>
          <a:solidFill>
            <a:srgbClr val="2E8B2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2" name="Text 309"/>
          <p:cNvSpPr/>
          <p:nvPr/>
        </p:nvSpPr>
        <p:spPr>
          <a:xfrm>
            <a:off x="8958453" y="3257677"/>
            <a:ext cx="256032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11111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Balance accuracy and efficiency</a:t>
            </a:r>
            <a:endParaRPr lang="en-US" sz="1200" dirty="0"/>
          </a:p>
        </p:txBody>
      </p:sp>
      <p:sp>
        <p:nvSpPr>
          <p:cNvPr id="323" name="Shape 310"/>
          <p:cNvSpPr/>
          <p:nvPr/>
        </p:nvSpPr>
        <p:spPr>
          <a:xfrm>
            <a:off x="8811158" y="3531133"/>
            <a:ext cx="80467" cy="80467"/>
          </a:xfrm>
          <a:prstGeom prst="ellipse">
            <a:avLst/>
          </a:prstGeom>
          <a:solidFill>
            <a:srgbClr val="2E8B2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4" name="Text 311"/>
          <p:cNvSpPr/>
          <p:nvPr/>
        </p:nvSpPr>
        <p:spPr>
          <a:xfrm>
            <a:off x="8951468" y="3458337"/>
            <a:ext cx="256032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11111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Moderate computation &amp; memory</a:t>
            </a:r>
            <a:endParaRPr lang="en-US" sz="1200" dirty="0"/>
          </a:p>
        </p:txBody>
      </p:sp>
      <p:sp>
        <p:nvSpPr>
          <p:cNvPr id="325" name="Shape 312"/>
          <p:cNvSpPr/>
          <p:nvPr/>
        </p:nvSpPr>
        <p:spPr>
          <a:xfrm>
            <a:off x="8576945" y="3898900"/>
            <a:ext cx="3547745" cy="1336040"/>
          </a:xfrm>
          <a:prstGeom prst="roundRect">
            <a:avLst>
              <a:gd name="adj" fmla="val 7831"/>
            </a:avLst>
          </a:prstGeom>
          <a:solidFill>
            <a:srgbClr val="FFF8F0"/>
          </a:solidFill>
          <a:ln w="6985">
            <a:solidFill>
              <a:srgbClr val="FF5B00"/>
            </a:solidFill>
            <a:prstDash val="solid"/>
          </a:ln>
          <a:effectLst>
            <a:outerShdw blurRad="12700" dist="50800" dir="2700000" algn="bl" rotWithShape="0">
              <a:srgbClr val="CBD5E1">
                <a:alpha val="25000"/>
              </a:srgbClr>
            </a:outerShdw>
          </a:effectLst>
        </p:spPr>
      </p:sp>
      <p:pic>
        <p:nvPicPr>
          <p:cNvPr id="326" name="Image 11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767826" y="4117594"/>
            <a:ext cx="329184" cy="585216"/>
          </a:xfrm>
          <a:prstGeom prst="rect">
            <a:avLst/>
          </a:prstGeom>
        </p:spPr>
      </p:pic>
      <p:pic>
        <p:nvPicPr>
          <p:cNvPr id="327" name="Image 12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219565" y="4003675"/>
            <a:ext cx="393192" cy="292608"/>
          </a:xfrm>
          <a:prstGeom prst="rect">
            <a:avLst/>
          </a:prstGeom>
        </p:spPr>
      </p:pic>
      <p:sp>
        <p:nvSpPr>
          <p:cNvPr id="329" name="Text 313"/>
          <p:cNvSpPr/>
          <p:nvPr/>
        </p:nvSpPr>
        <p:spPr>
          <a:xfrm>
            <a:off x="9875520" y="3998849"/>
            <a:ext cx="16002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70" b="1" dirty="0">
                <a:solidFill>
                  <a:schemeClr val="tx1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Edge Devices / IoT</a:t>
            </a:r>
            <a:endParaRPr lang="en-US" sz="1570" b="1" dirty="0">
              <a:solidFill>
                <a:schemeClr val="tx1"/>
              </a:solidFill>
              <a:latin typeface="Times New Roman" panose="02020503050405090304" pitchFamily="34" charset="0"/>
              <a:ea typeface="Times New Roman" panose="02020503050405090304" pitchFamily="34" charset="-122"/>
              <a:cs typeface="Times New Roman" panose="02020503050405090304" pitchFamily="34" charset="-120"/>
            </a:endParaRPr>
          </a:p>
        </p:txBody>
      </p:sp>
      <p:sp>
        <p:nvSpPr>
          <p:cNvPr id="330" name="Text 314"/>
          <p:cNvSpPr/>
          <p:nvPr/>
        </p:nvSpPr>
        <p:spPr>
          <a:xfrm>
            <a:off x="9875520" y="4260850"/>
            <a:ext cx="196596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11111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Real-time Prediction,</a:t>
            </a:r>
            <a:endParaRPr lang="en-US" sz="1260" dirty="0"/>
          </a:p>
        </p:txBody>
      </p:sp>
      <p:sp>
        <p:nvSpPr>
          <p:cNvPr id="331" name="Text 315"/>
          <p:cNvSpPr/>
          <p:nvPr/>
        </p:nvSpPr>
        <p:spPr>
          <a:xfrm>
            <a:off x="9875520" y="4477639"/>
            <a:ext cx="196596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11111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Latency-sensitive Applications</a:t>
            </a:r>
            <a:endParaRPr lang="en-US" sz="1260" dirty="0"/>
          </a:p>
        </p:txBody>
      </p:sp>
      <p:sp>
        <p:nvSpPr>
          <p:cNvPr id="332" name="Shape 316"/>
          <p:cNvSpPr/>
          <p:nvPr/>
        </p:nvSpPr>
        <p:spPr>
          <a:xfrm>
            <a:off x="9875520" y="4718812"/>
            <a:ext cx="2011680" cy="0"/>
          </a:xfrm>
          <a:prstGeom prst="line">
            <a:avLst/>
          </a:prstGeom>
          <a:noFill/>
          <a:ln w="6350">
            <a:solidFill>
              <a:srgbClr val="9BA6B3">
                <a:alpha val="65000"/>
              </a:srgbClr>
            </a:solidFill>
            <a:prstDash val="solid"/>
          </a:ln>
        </p:spPr>
      </p:sp>
      <p:sp>
        <p:nvSpPr>
          <p:cNvPr id="333" name="Shape 317"/>
          <p:cNvSpPr/>
          <p:nvPr/>
        </p:nvSpPr>
        <p:spPr>
          <a:xfrm>
            <a:off x="8811158" y="4902733"/>
            <a:ext cx="80467" cy="80467"/>
          </a:xfrm>
          <a:prstGeom prst="ellipse">
            <a:avLst/>
          </a:prstGeom>
          <a:solidFill>
            <a:srgbClr val="FF5B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4" name="Text 318"/>
          <p:cNvSpPr/>
          <p:nvPr/>
        </p:nvSpPr>
        <p:spPr>
          <a:xfrm>
            <a:off x="8979408" y="4826127"/>
            <a:ext cx="256032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11111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Low latency requirement</a:t>
            </a:r>
            <a:endParaRPr lang="en-US" sz="1200" dirty="0"/>
          </a:p>
        </p:txBody>
      </p:sp>
      <p:sp>
        <p:nvSpPr>
          <p:cNvPr id="335" name="Shape 319"/>
          <p:cNvSpPr/>
          <p:nvPr/>
        </p:nvSpPr>
        <p:spPr>
          <a:xfrm>
            <a:off x="8811158" y="5098948"/>
            <a:ext cx="80467" cy="80467"/>
          </a:xfrm>
          <a:prstGeom prst="ellipse">
            <a:avLst/>
          </a:prstGeom>
          <a:solidFill>
            <a:srgbClr val="FF5B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6" name="Text 320"/>
          <p:cNvSpPr/>
          <p:nvPr/>
        </p:nvSpPr>
        <p:spPr>
          <a:xfrm>
            <a:off x="8979408" y="5012817"/>
            <a:ext cx="256032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11111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Limited computation &amp; memory</a:t>
            </a:r>
            <a:endParaRPr lang="en-US" sz="1200" dirty="0"/>
          </a:p>
        </p:txBody>
      </p:sp>
      <p:sp>
        <p:nvSpPr>
          <p:cNvPr id="339" name="Text 323"/>
          <p:cNvSpPr/>
          <p:nvPr/>
        </p:nvSpPr>
        <p:spPr>
          <a:xfrm>
            <a:off x="5825490" y="5756910"/>
            <a:ext cx="2858770" cy="4114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Higher Expressiveness</a:t>
            </a:r>
            <a:endParaRPr lang="en-US" sz="2000" dirty="0">
              <a:solidFill>
                <a:schemeClr val="tx1"/>
              </a:solidFill>
              <a:latin typeface="Times New Roman" panose="02020503050405090304" pitchFamily="34" charset="0"/>
              <a:ea typeface="Times New Roman" panose="02020503050405090304" pitchFamily="34" charset="-122"/>
              <a:cs typeface="Times New Roman" panose="02020503050405090304" pitchFamily="34" charset="-120"/>
            </a:endParaRPr>
          </a:p>
          <a:p>
            <a:pPr marL="0" indent="0" algn="l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Higher Cost</a:t>
            </a:r>
            <a:endParaRPr lang="en-US" sz="2000" dirty="0">
              <a:solidFill>
                <a:schemeClr val="tx1"/>
              </a:solidFill>
              <a:latin typeface="Times New Roman" panose="02020503050405090304" pitchFamily="34" charset="0"/>
              <a:ea typeface="Times New Roman" panose="02020503050405090304" pitchFamily="34" charset="-122"/>
              <a:cs typeface="Times New Roman" panose="02020503050405090304" pitchFamily="34" charset="-120"/>
            </a:endParaRPr>
          </a:p>
        </p:txBody>
      </p:sp>
      <p:sp>
        <p:nvSpPr>
          <p:cNvPr id="340" name="Text 324"/>
          <p:cNvSpPr/>
          <p:nvPr/>
        </p:nvSpPr>
        <p:spPr>
          <a:xfrm>
            <a:off x="7664450" y="5750560"/>
            <a:ext cx="2972435" cy="4114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r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Lower Cost</a:t>
            </a:r>
            <a:endParaRPr lang="en-US" sz="2000" dirty="0">
              <a:solidFill>
                <a:schemeClr val="tx1"/>
              </a:solidFill>
              <a:latin typeface="Times New Roman" panose="02020503050405090304" pitchFamily="34" charset="0"/>
              <a:ea typeface="Times New Roman" panose="02020503050405090304" pitchFamily="34" charset="-122"/>
              <a:cs typeface="Times New Roman" panose="02020503050405090304" pitchFamily="34" charset="-120"/>
            </a:endParaRPr>
          </a:p>
          <a:p>
            <a:pPr marL="0" indent="0" algn="r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Lower Latency</a:t>
            </a:r>
            <a:endParaRPr lang="en-US" sz="2000" dirty="0">
              <a:solidFill>
                <a:schemeClr val="tx1"/>
              </a:solidFill>
              <a:latin typeface="Times New Roman" panose="02020503050405090304" pitchFamily="34" charset="0"/>
              <a:ea typeface="Times New Roman" panose="02020503050405090304" pitchFamily="34" charset="-122"/>
              <a:cs typeface="Times New Roman" panose="02020503050405090304" pitchFamily="34" charset="-120"/>
            </a:endParaRPr>
          </a:p>
        </p:txBody>
      </p:sp>
      <p:sp>
        <p:nvSpPr>
          <p:cNvPr id="352" name="Shape 91"/>
          <p:cNvSpPr/>
          <p:nvPr/>
        </p:nvSpPr>
        <p:spPr>
          <a:xfrm>
            <a:off x="4389120" y="877570"/>
            <a:ext cx="91440" cy="635"/>
          </a:xfrm>
          <a:prstGeom prst="line">
            <a:avLst/>
          </a:prstGeom>
          <a:noFill/>
          <a:ln w="10795">
            <a:solidFill>
              <a:srgbClr val="1E5FC7"/>
            </a:solidFill>
            <a:prstDash val="solid"/>
          </a:ln>
        </p:spPr>
      </p:sp>
      <p:sp>
        <p:nvSpPr>
          <p:cNvPr id="353" name="Shape 91"/>
          <p:cNvSpPr/>
          <p:nvPr/>
        </p:nvSpPr>
        <p:spPr>
          <a:xfrm>
            <a:off x="7818374" y="878459"/>
            <a:ext cx="91440" cy="0"/>
          </a:xfrm>
          <a:prstGeom prst="line">
            <a:avLst/>
          </a:prstGeom>
          <a:noFill/>
          <a:ln w="10795">
            <a:solidFill>
              <a:srgbClr val="1E5FC7"/>
            </a:solidFill>
            <a:prstDash val="solid"/>
          </a:ln>
        </p:spPr>
      </p:sp>
      <p:sp>
        <p:nvSpPr>
          <p:cNvPr id="354" name="Shape 141"/>
          <p:cNvSpPr/>
          <p:nvPr/>
        </p:nvSpPr>
        <p:spPr>
          <a:xfrm>
            <a:off x="4389120" y="2116328"/>
            <a:ext cx="0" cy="91440"/>
          </a:xfrm>
          <a:prstGeom prst="line">
            <a:avLst/>
          </a:prstGeom>
          <a:noFill/>
          <a:ln w="10795">
            <a:solidFill>
              <a:srgbClr val="1E5FC7"/>
            </a:solidFill>
            <a:prstDash val="solid"/>
          </a:ln>
        </p:spPr>
      </p:sp>
      <p:sp>
        <p:nvSpPr>
          <p:cNvPr id="355" name="Shape 131"/>
          <p:cNvSpPr/>
          <p:nvPr/>
        </p:nvSpPr>
        <p:spPr>
          <a:xfrm>
            <a:off x="4386580" y="889508"/>
            <a:ext cx="0" cy="91440"/>
          </a:xfrm>
          <a:prstGeom prst="line">
            <a:avLst/>
          </a:prstGeom>
          <a:noFill/>
          <a:ln w="10795">
            <a:solidFill>
              <a:srgbClr val="1E5FC7"/>
            </a:solidFill>
            <a:prstDash val="solid"/>
          </a:ln>
        </p:spPr>
      </p:sp>
      <p:sp>
        <p:nvSpPr>
          <p:cNvPr id="356" name="Shape 131"/>
          <p:cNvSpPr/>
          <p:nvPr/>
        </p:nvSpPr>
        <p:spPr>
          <a:xfrm>
            <a:off x="7909560" y="883158"/>
            <a:ext cx="0" cy="91440"/>
          </a:xfrm>
          <a:prstGeom prst="line">
            <a:avLst/>
          </a:prstGeom>
          <a:noFill/>
          <a:ln w="10795">
            <a:solidFill>
              <a:srgbClr val="1E5FC7"/>
            </a:solidFill>
            <a:prstDash val="solid"/>
          </a:ln>
        </p:spPr>
      </p:sp>
      <p:sp>
        <p:nvSpPr>
          <p:cNvPr id="357" name="Shape 131"/>
          <p:cNvSpPr/>
          <p:nvPr/>
        </p:nvSpPr>
        <p:spPr>
          <a:xfrm>
            <a:off x="7910830" y="2111248"/>
            <a:ext cx="0" cy="91440"/>
          </a:xfrm>
          <a:prstGeom prst="line">
            <a:avLst/>
          </a:prstGeom>
          <a:noFill/>
          <a:ln w="10795">
            <a:solidFill>
              <a:srgbClr val="1E5FC7"/>
            </a:solidFill>
            <a:prstDash val="solid"/>
          </a:ln>
        </p:spPr>
      </p:sp>
      <p:sp>
        <p:nvSpPr>
          <p:cNvPr id="358" name="Shape 130"/>
          <p:cNvSpPr/>
          <p:nvPr/>
        </p:nvSpPr>
        <p:spPr>
          <a:xfrm>
            <a:off x="7801102" y="2204974"/>
            <a:ext cx="91440" cy="0"/>
          </a:xfrm>
          <a:prstGeom prst="line">
            <a:avLst/>
          </a:prstGeom>
          <a:noFill/>
          <a:ln w="10795">
            <a:solidFill>
              <a:srgbClr val="1E5FC7"/>
            </a:solidFill>
            <a:prstDash val="solid"/>
          </a:ln>
        </p:spPr>
      </p:sp>
      <p:sp>
        <p:nvSpPr>
          <p:cNvPr id="359" name="Shape 92"/>
          <p:cNvSpPr/>
          <p:nvPr/>
        </p:nvSpPr>
        <p:spPr>
          <a:xfrm>
            <a:off x="4396994" y="2204974"/>
            <a:ext cx="91440" cy="0"/>
          </a:xfrm>
          <a:prstGeom prst="line">
            <a:avLst/>
          </a:prstGeom>
          <a:noFill/>
          <a:ln w="10795">
            <a:solidFill>
              <a:srgbClr val="1E5FC7"/>
            </a:solidFill>
            <a:prstDash val="solid"/>
          </a:ln>
        </p:spPr>
      </p:sp>
      <p:sp>
        <p:nvSpPr>
          <p:cNvPr id="360" name="Shape 159"/>
          <p:cNvSpPr/>
          <p:nvPr/>
        </p:nvSpPr>
        <p:spPr>
          <a:xfrm>
            <a:off x="4403979" y="2378710"/>
            <a:ext cx="91440" cy="0"/>
          </a:xfrm>
          <a:prstGeom prst="line">
            <a:avLst/>
          </a:prstGeom>
          <a:noFill/>
          <a:ln w="10795">
            <a:solidFill>
              <a:srgbClr val="2E8B23"/>
            </a:solidFill>
            <a:prstDash val="solid"/>
          </a:ln>
        </p:spPr>
      </p:sp>
      <p:sp>
        <p:nvSpPr>
          <p:cNvPr id="361" name="Shape 199"/>
          <p:cNvSpPr/>
          <p:nvPr/>
        </p:nvSpPr>
        <p:spPr>
          <a:xfrm>
            <a:off x="4390390" y="2378329"/>
            <a:ext cx="0" cy="91440"/>
          </a:xfrm>
          <a:prstGeom prst="line">
            <a:avLst/>
          </a:prstGeom>
          <a:noFill/>
          <a:ln w="10795">
            <a:solidFill>
              <a:srgbClr val="2E8B23"/>
            </a:solidFill>
            <a:prstDash val="solid"/>
          </a:ln>
        </p:spPr>
      </p:sp>
      <p:sp>
        <p:nvSpPr>
          <p:cNvPr id="362" name="Shape 211"/>
          <p:cNvSpPr/>
          <p:nvPr/>
        </p:nvSpPr>
        <p:spPr>
          <a:xfrm>
            <a:off x="4390390" y="3638296"/>
            <a:ext cx="0" cy="64008"/>
          </a:xfrm>
          <a:prstGeom prst="line">
            <a:avLst/>
          </a:prstGeom>
          <a:noFill/>
          <a:ln w="10795">
            <a:solidFill>
              <a:srgbClr val="2E8B23"/>
            </a:solidFill>
            <a:prstDash val="solid"/>
          </a:ln>
        </p:spPr>
      </p:sp>
      <p:sp>
        <p:nvSpPr>
          <p:cNvPr id="363" name="Shape 160"/>
          <p:cNvSpPr/>
          <p:nvPr/>
        </p:nvSpPr>
        <p:spPr>
          <a:xfrm>
            <a:off x="4396994" y="3704590"/>
            <a:ext cx="91440" cy="0"/>
          </a:xfrm>
          <a:prstGeom prst="line">
            <a:avLst/>
          </a:prstGeom>
          <a:noFill/>
          <a:ln w="10795">
            <a:solidFill>
              <a:srgbClr val="2E8B23"/>
            </a:solidFill>
            <a:prstDash val="solid"/>
          </a:ln>
        </p:spPr>
      </p:sp>
      <p:sp>
        <p:nvSpPr>
          <p:cNvPr id="364" name="Shape 197"/>
          <p:cNvSpPr/>
          <p:nvPr/>
        </p:nvSpPr>
        <p:spPr>
          <a:xfrm>
            <a:off x="7817612" y="2378710"/>
            <a:ext cx="91440" cy="0"/>
          </a:xfrm>
          <a:prstGeom prst="line">
            <a:avLst/>
          </a:prstGeom>
          <a:noFill/>
          <a:ln w="10795">
            <a:solidFill>
              <a:srgbClr val="2E8B23"/>
            </a:solidFill>
            <a:prstDash val="solid"/>
          </a:ln>
        </p:spPr>
      </p:sp>
      <p:sp>
        <p:nvSpPr>
          <p:cNvPr id="365" name="Shape 199"/>
          <p:cNvSpPr/>
          <p:nvPr/>
        </p:nvSpPr>
        <p:spPr>
          <a:xfrm>
            <a:off x="7910195" y="2379599"/>
            <a:ext cx="0" cy="91440"/>
          </a:xfrm>
          <a:prstGeom prst="line">
            <a:avLst/>
          </a:prstGeom>
          <a:noFill/>
          <a:ln w="10795">
            <a:solidFill>
              <a:srgbClr val="2E8B23"/>
            </a:solidFill>
            <a:prstDash val="solid"/>
          </a:ln>
        </p:spPr>
      </p:sp>
      <p:sp>
        <p:nvSpPr>
          <p:cNvPr id="366" name="Shape 212"/>
          <p:cNvSpPr/>
          <p:nvPr/>
        </p:nvSpPr>
        <p:spPr>
          <a:xfrm>
            <a:off x="7910830" y="3638296"/>
            <a:ext cx="0" cy="64008"/>
          </a:xfrm>
          <a:prstGeom prst="line">
            <a:avLst/>
          </a:prstGeom>
          <a:noFill/>
          <a:ln w="10795">
            <a:solidFill>
              <a:srgbClr val="2E8B23"/>
            </a:solidFill>
            <a:prstDash val="solid"/>
          </a:ln>
        </p:spPr>
      </p:sp>
      <p:sp>
        <p:nvSpPr>
          <p:cNvPr id="367" name="Shape 198"/>
          <p:cNvSpPr/>
          <p:nvPr/>
        </p:nvSpPr>
        <p:spPr>
          <a:xfrm>
            <a:off x="7810627" y="3704590"/>
            <a:ext cx="91440" cy="0"/>
          </a:xfrm>
          <a:prstGeom prst="line">
            <a:avLst/>
          </a:prstGeom>
          <a:noFill/>
          <a:ln w="10795">
            <a:solidFill>
              <a:srgbClr val="2E8B23"/>
            </a:solidFill>
            <a:prstDash val="solid"/>
          </a:ln>
        </p:spPr>
      </p:sp>
      <p:sp>
        <p:nvSpPr>
          <p:cNvPr id="368" name="Shape 227"/>
          <p:cNvSpPr/>
          <p:nvPr/>
        </p:nvSpPr>
        <p:spPr>
          <a:xfrm>
            <a:off x="4396994" y="3898773"/>
            <a:ext cx="91440" cy="0"/>
          </a:xfrm>
          <a:prstGeom prst="line">
            <a:avLst/>
          </a:prstGeom>
          <a:noFill/>
          <a:ln w="10795">
            <a:solidFill>
              <a:srgbClr val="FF5B00"/>
            </a:solidFill>
            <a:prstDash val="solid"/>
          </a:ln>
        </p:spPr>
      </p:sp>
      <p:sp>
        <p:nvSpPr>
          <p:cNvPr id="369" name="Shape 267"/>
          <p:cNvSpPr/>
          <p:nvPr/>
        </p:nvSpPr>
        <p:spPr>
          <a:xfrm>
            <a:off x="4390390" y="3912362"/>
            <a:ext cx="0" cy="91440"/>
          </a:xfrm>
          <a:prstGeom prst="line">
            <a:avLst/>
          </a:prstGeom>
          <a:noFill/>
          <a:ln w="10795">
            <a:solidFill>
              <a:srgbClr val="FF5B00"/>
            </a:solidFill>
            <a:prstDash val="solid"/>
          </a:ln>
        </p:spPr>
      </p:sp>
      <p:sp>
        <p:nvSpPr>
          <p:cNvPr id="370" name="Shape 279"/>
          <p:cNvSpPr/>
          <p:nvPr/>
        </p:nvSpPr>
        <p:spPr>
          <a:xfrm>
            <a:off x="4390390" y="5165344"/>
            <a:ext cx="0" cy="64008"/>
          </a:xfrm>
          <a:prstGeom prst="line">
            <a:avLst/>
          </a:prstGeom>
          <a:noFill/>
          <a:ln w="10795">
            <a:solidFill>
              <a:srgbClr val="FF5B00"/>
            </a:solidFill>
            <a:prstDash val="solid"/>
          </a:ln>
        </p:spPr>
      </p:sp>
      <p:sp>
        <p:nvSpPr>
          <p:cNvPr id="371" name="Shape 228"/>
          <p:cNvSpPr/>
          <p:nvPr/>
        </p:nvSpPr>
        <p:spPr>
          <a:xfrm>
            <a:off x="4394454" y="5231638"/>
            <a:ext cx="91440" cy="0"/>
          </a:xfrm>
          <a:prstGeom prst="line">
            <a:avLst/>
          </a:prstGeom>
          <a:noFill/>
          <a:ln w="10795">
            <a:solidFill>
              <a:srgbClr val="FF5B00"/>
            </a:solidFill>
            <a:prstDash val="solid"/>
          </a:ln>
        </p:spPr>
      </p:sp>
      <p:sp>
        <p:nvSpPr>
          <p:cNvPr id="372" name="Shape 266"/>
          <p:cNvSpPr/>
          <p:nvPr/>
        </p:nvSpPr>
        <p:spPr>
          <a:xfrm>
            <a:off x="7817612" y="5229098"/>
            <a:ext cx="91440" cy="0"/>
          </a:xfrm>
          <a:prstGeom prst="line">
            <a:avLst/>
          </a:prstGeom>
          <a:noFill/>
          <a:ln w="10795">
            <a:solidFill>
              <a:srgbClr val="FF5B00"/>
            </a:solidFill>
            <a:prstDash val="solid"/>
          </a:ln>
        </p:spPr>
      </p:sp>
      <p:sp>
        <p:nvSpPr>
          <p:cNvPr id="373" name="Shape 265"/>
          <p:cNvSpPr/>
          <p:nvPr/>
        </p:nvSpPr>
        <p:spPr>
          <a:xfrm>
            <a:off x="7817612" y="3898773"/>
            <a:ext cx="91440" cy="0"/>
          </a:xfrm>
          <a:prstGeom prst="line">
            <a:avLst/>
          </a:prstGeom>
          <a:noFill/>
          <a:ln w="10795">
            <a:solidFill>
              <a:srgbClr val="FF5B00"/>
            </a:solidFill>
            <a:prstDash val="solid"/>
          </a:ln>
        </p:spPr>
      </p:sp>
      <p:sp>
        <p:nvSpPr>
          <p:cNvPr id="374" name="Shape 268"/>
          <p:cNvSpPr/>
          <p:nvPr/>
        </p:nvSpPr>
        <p:spPr>
          <a:xfrm>
            <a:off x="7910830" y="3905377"/>
            <a:ext cx="0" cy="91440"/>
          </a:xfrm>
          <a:prstGeom prst="line">
            <a:avLst/>
          </a:prstGeom>
          <a:noFill/>
          <a:ln w="10795">
            <a:solidFill>
              <a:srgbClr val="FF5B00"/>
            </a:solidFill>
            <a:prstDash val="solid"/>
          </a:ln>
        </p:spPr>
      </p:sp>
      <p:sp>
        <p:nvSpPr>
          <p:cNvPr id="375" name="Shape 280"/>
          <p:cNvSpPr/>
          <p:nvPr/>
        </p:nvSpPr>
        <p:spPr>
          <a:xfrm>
            <a:off x="7910830" y="5165344"/>
            <a:ext cx="0" cy="64008"/>
          </a:xfrm>
          <a:prstGeom prst="line">
            <a:avLst/>
          </a:prstGeom>
          <a:noFill/>
          <a:ln w="10795">
            <a:solidFill>
              <a:srgbClr val="FF5B00"/>
            </a:solidFill>
            <a:prstDash val="solid"/>
          </a:ln>
        </p:spPr>
      </p:sp>
      <p:cxnSp>
        <p:nvCxnSpPr>
          <p:cNvPr id="341" name="直接箭头连接符 340"/>
          <p:cNvCxnSpPr/>
          <p:nvPr/>
        </p:nvCxnSpPr>
        <p:spPr>
          <a:xfrm>
            <a:off x="5786120" y="5567680"/>
            <a:ext cx="4933950" cy="0"/>
          </a:xfrm>
          <a:prstGeom prst="straightConnector1">
            <a:avLst/>
          </a:prstGeom>
          <a:ln w="25400" cap="flat">
            <a:gradFill>
              <a:gsLst>
                <a:gs pos="0">
                  <a:schemeClr val="accent1"/>
                </a:gs>
                <a:gs pos="42000">
                  <a:schemeClr val="accent6">
                    <a:lumMod val="75000"/>
                  </a:schemeClr>
                </a:gs>
                <a:gs pos="100000">
                  <a:schemeClr val="accent2"/>
                </a:gs>
              </a:gsLst>
              <a:lin ang="0" scaled="1"/>
              <a:tileRect/>
            </a:gradFill>
            <a:miter lim="800000"/>
            <a:headEnd type="triangle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42" name="Shape 287"/>
          <p:cNvSpPr/>
          <p:nvPr/>
        </p:nvSpPr>
        <p:spPr>
          <a:xfrm>
            <a:off x="6861937" y="4368292"/>
            <a:ext cx="228600" cy="155448"/>
          </a:xfrm>
          <a:prstGeom prst="roundRect">
            <a:avLst>
              <a:gd name="adj" fmla="val 14706"/>
            </a:avLst>
          </a:prstGeom>
          <a:solidFill>
            <a:srgbClr val="FF5B00">
              <a:alpha val="55000"/>
            </a:srgbClr>
          </a:solidFill>
          <a:ln w="2540">
            <a:solidFill>
              <a:srgbClr val="FF5B00"/>
            </a:solidFill>
            <a:prstDash val="solid"/>
          </a:ln>
        </p:spPr>
      </p:sp>
      <p:pic>
        <p:nvPicPr>
          <p:cNvPr id="343" name="图片 342" descr="手表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>
            <a:fillRect/>
          </a:stretch>
        </p:blipFill>
        <p:spPr>
          <a:xfrm>
            <a:off x="9257665" y="4380230"/>
            <a:ext cx="383540" cy="383540"/>
          </a:xfrm>
          <a:prstGeom prst="rect">
            <a:avLst/>
          </a:prstGeom>
        </p:spPr>
      </p:pic>
      <p:pic>
        <p:nvPicPr>
          <p:cNvPr id="344" name="图片 343" descr="电脑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811260" y="233299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DOCER_RESOURCE_TRACE_INFO" val="{&quot;id&quot;:&quot;21550137&quot;,&quot;origin&quot;:0,&quot;type&quot;:&quot;icons&quot;,&quot;user&quot;:&quot;548616910&quot;}"/>
</p:tagLst>
</file>

<file path=ppt/tags/tag2.xml><?xml version="1.0" encoding="utf-8"?>
<p:tagLst xmlns:p="http://schemas.openxmlformats.org/presentationml/2006/main">
  <p:tag name="KSO_DOCER_RESOURCE_TRACE_INFO" val="{&quot;id&quot;:&quot;50019450&quot;,&quot;origin&quot;:0,&quot;type&quot;:&quot;icons&quot;,&quot;user&quot;:&quot;548616910&quot;}"/>
</p:tagLst>
</file>

<file path=ppt/tags/tag3.xml><?xml version="1.0" encoding="utf-8"?>
<p:tagLst xmlns:p="http://schemas.openxmlformats.org/presentationml/2006/main">
  <p:tag name="resource_record_key" val="{&quot;10&quot;:[21550137,50019450,50038619]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imes New Roma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imes New Roman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700</Words>
  <Application>WPS 表格</Application>
  <PresentationFormat>宽屏</PresentationFormat>
  <Paragraphs>75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7" baseType="lpstr">
      <vt:lpstr>Arial</vt:lpstr>
      <vt:lpstr>宋体</vt:lpstr>
      <vt:lpstr>Wingdings</vt:lpstr>
      <vt:lpstr>Times New Roman</vt:lpstr>
      <vt:lpstr>Times New Roman</vt:lpstr>
      <vt:lpstr>Times New Roman</vt:lpstr>
      <vt:lpstr>微软雅黑</vt:lpstr>
      <vt:lpstr>汉仪旗黑</vt:lpstr>
      <vt:lpstr>Calibri</vt:lpstr>
      <vt:lpstr>Helvetica Neue</vt:lpstr>
      <vt:lpstr>汉仪书宋二KW</vt:lpstr>
      <vt:lpstr>等线</vt:lpstr>
      <vt:lpstr>汉仪中等线KW</vt:lpstr>
      <vt:lpstr>宋体</vt:lpstr>
      <vt:lpstr>Arial Unicode MS</vt:lpstr>
      <vt:lpstr>Office Theme</vt:lpstr>
      <vt:lpstr>PowerPoint 演示文稿</vt:lpstr>
    </vt:vector>
  </TitlesOfParts>
  <Company>OpenAI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Graph Node Representations Devices Scenarios</dc:title>
  <dc:creator>OpenAI</dc:creator>
  <dc:subject>Editable recreation of graph representation dimension diagram</dc:subject>
  <cp:lastModifiedBy>善良的我</cp:lastModifiedBy>
  <cp:revision>7</cp:revision>
  <dcterms:created xsi:type="dcterms:W3CDTF">2026-07-12T03:35:03Z</dcterms:created>
  <dcterms:modified xsi:type="dcterms:W3CDTF">2026-07-12T03:35:03Z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2052-12.1.26016.26016</vt:lpwstr>
  </property>
  <property fmtid="{D5CDD505-2E9C-101B-9397-08002B2CF9AE}" pid="3" name="ICV">
    <vt:lpwstr>F5B66D82F2CB933C73C74B6AACE063A6_43</vt:lpwstr>
  </property>
</Properties>
</file>